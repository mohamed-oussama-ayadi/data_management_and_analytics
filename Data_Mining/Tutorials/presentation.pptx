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Lst>
  <p:notesMasterIdLst>
    <p:notesMasterId r:id="rId8"/>
  </p:notesMasterIdLst>
  <p:sldIdLst>
    <p:sldId id="256" r:id="rId2"/>
    <p:sldId id="257" r:id="rId3"/>
    <p:sldId id="297" r:id="rId4"/>
    <p:sldId id="298" r:id="rId5"/>
    <p:sldId id="299" r:id="rId6"/>
    <p:sldId id="300" r:id="rId7"/>
  </p:sldIdLst>
  <p:sldSz cx="9144000" cy="5143500" type="screen16x9"/>
  <p:notesSz cx="6858000" cy="9144000"/>
  <p:embeddedFontLst>
    <p:embeddedFont>
      <p:font typeface="Maven Pro" panose="020B0604020202020204" charset="0"/>
      <p:regular r:id="rId9"/>
      <p:bold r:id="rId10"/>
    </p:embeddedFont>
    <p:embeddedFont>
      <p:font typeface="Share Tech" panose="020B0604020202020204" charset="0"/>
      <p:regular r:id="rId1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A800898-17F0-4DD5-8C04-D3E03CCC2A00}">
  <a:tblStyle styleId="{DA800898-17F0-4DD5-8C04-D3E03CCC2A0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730" y="1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6c52a2e8d8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3" name="Google Shape;433;g6c52a2e8d8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6c60e245bf_1_318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6c60e245bf_1_318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6c60e245bf_1_318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6c60e245bf_1_318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458571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6c60e245bf_1_318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6c60e245bf_1_318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830517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6c60e245bf_1_318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6c60e245bf_1_318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148875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6c60e245bf_1_318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6c60e245bf_1_318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502502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561650" y="751888"/>
            <a:ext cx="60207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solidFill>
                  <a:schemeClr val="lt1"/>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2924250" y="2804488"/>
            <a:ext cx="32955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1" name="Google Shape;11;p2"/>
          <p:cNvSpPr/>
          <p:nvPr/>
        </p:nvSpPr>
        <p:spPr>
          <a:xfrm>
            <a:off x="1060456" y="1158638"/>
            <a:ext cx="121198" cy="121434"/>
          </a:xfrm>
          <a:custGeom>
            <a:avLst/>
            <a:gdLst/>
            <a:ahLst/>
            <a:cxnLst/>
            <a:rect l="l" t="t" r="r" b="b"/>
            <a:pathLst>
              <a:path w="4625" h="4634" extrusionOk="0">
                <a:moveTo>
                  <a:pt x="1" y="0"/>
                </a:moveTo>
                <a:lnTo>
                  <a:pt x="1" y="4633"/>
                </a:lnTo>
                <a:lnTo>
                  <a:pt x="4625" y="4633"/>
                </a:lnTo>
                <a:lnTo>
                  <a:pt x="4625"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7799740" y="916059"/>
            <a:ext cx="121434" cy="121434"/>
          </a:xfrm>
          <a:custGeom>
            <a:avLst/>
            <a:gdLst/>
            <a:ahLst/>
            <a:cxnLst/>
            <a:rect l="l" t="t" r="r" b="b"/>
            <a:pathLst>
              <a:path w="4634" h="4634" extrusionOk="0">
                <a:moveTo>
                  <a:pt x="0" y="1"/>
                </a:moveTo>
                <a:lnTo>
                  <a:pt x="0" y="4634"/>
                </a:lnTo>
                <a:lnTo>
                  <a:pt x="4633" y="4634"/>
                </a:lnTo>
                <a:lnTo>
                  <a:pt x="4633"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5257933" y="2452405"/>
            <a:ext cx="57599" cy="57599"/>
          </a:xfrm>
          <a:custGeom>
            <a:avLst/>
            <a:gdLst/>
            <a:ahLst/>
            <a:cxnLst/>
            <a:rect l="l" t="t" r="r" b="b"/>
            <a:pathLst>
              <a:path w="2198" h="2198" fill="none" extrusionOk="0">
                <a:moveTo>
                  <a:pt x="1" y="1"/>
                </a:moveTo>
                <a:lnTo>
                  <a:pt x="2198" y="1"/>
                </a:lnTo>
                <a:lnTo>
                  <a:pt x="2198" y="2198"/>
                </a:lnTo>
                <a:lnTo>
                  <a:pt x="1" y="2198"/>
                </a:lnTo>
                <a:close/>
              </a:path>
            </a:pathLst>
          </a:custGeom>
          <a:noFill/>
          <a:ln w="137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8710023" y="4821495"/>
            <a:ext cx="98059" cy="98295"/>
          </a:xfrm>
          <a:custGeom>
            <a:avLst/>
            <a:gdLst/>
            <a:ahLst/>
            <a:cxnLst/>
            <a:rect l="l" t="t" r="r" b="b"/>
            <a:pathLst>
              <a:path w="3742" h="3751" fill="none" extrusionOk="0">
                <a:moveTo>
                  <a:pt x="1" y="0"/>
                </a:moveTo>
                <a:lnTo>
                  <a:pt x="3742" y="0"/>
                </a:lnTo>
                <a:lnTo>
                  <a:pt x="3742" y="3750"/>
                </a:lnTo>
                <a:lnTo>
                  <a:pt x="1" y="3750"/>
                </a:lnTo>
                <a:close/>
              </a:path>
            </a:pathLst>
          </a:custGeom>
          <a:noFill/>
          <a:ln w="297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275669" y="1557059"/>
            <a:ext cx="57834" cy="57599"/>
          </a:xfrm>
          <a:custGeom>
            <a:avLst/>
            <a:gdLst/>
            <a:ahLst/>
            <a:cxnLst/>
            <a:rect l="l" t="t" r="r" b="b"/>
            <a:pathLst>
              <a:path w="2207" h="2198" fill="none" extrusionOk="0">
                <a:moveTo>
                  <a:pt x="0" y="0"/>
                </a:moveTo>
                <a:lnTo>
                  <a:pt x="2207" y="0"/>
                </a:lnTo>
                <a:lnTo>
                  <a:pt x="2207" y="2197"/>
                </a:lnTo>
                <a:lnTo>
                  <a:pt x="0" y="2197"/>
                </a:lnTo>
                <a:close/>
              </a:path>
            </a:pathLst>
          </a:custGeom>
          <a:noFill/>
          <a:ln w="297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8263673" y="2953681"/>
            <a:ext cx="104086" cy="104322"/>
          </a:xfrm>
          <a:custGeom>
            <a:avLst/>
            <a:gdLst/>
            <a:ahLst/>
            <a:cxnLst/>
            <a:rect l="l" t="t" r="r" b="b"/>
            <a:pathLst>
              <a:path w="3972" h="3981" extrusionOk="0">
                <a:moveTo>
                  <a:pt x="0" y="1"/>
                </a:moveTo>
                <a:lnTo>
                  <a:pt x="0" y="3981"/>
                </a:lnTo>
                <a:lnTo>
                  <a:pt x="3972" y="3981"/>
                </a:lnTo>
                <a:lnTo>
                  <a:pt x="3972"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 name="Google Shape;17;p2"/>
          <p:cNvGrpSpPr/>
          <p:nvPr/>
        </p:nvGrpSpPr>
        <p:grpSpPr>
          <a:xfrm>
            <a:off x="8263682" y="-434366"/>
            <a:ext cx="188886" cy="1181531"/>
            <a:chOff x="2877432" y="975334"/>
            <a:chExt cx="188886" cy="1181531"/>
          </a:xfrm>
        </p:grpSpPr>
        <p:sp>
          <p:nvSpPr>
            <p:cNvPr id="18" name="Google Shape;18;p2"/>
            <p:cNvSpPr/>
            <p:nvPr/>
          </p:nvSpPr>
          <p:spPr>
            <a:xfrm>
              <a:off x="2877432" y="1968242"/>
              <a:ext cx="188886" cy="188624"/>
            </a:xfrm>
            <a:custGeom>
              <a:avLst/>
              <a:gdLst/>
              <a:ahLst/>
              <a:cxnLst/>
              <a:rect l="l" t="t" r="r" b="b"/>
              <a:pathLst>
                <a:path w="7208" h="7198" fill="none" extrusionOk="0">
                  <a:moveTo>
                    <a:pt x="1" y="0"/>
                  </a:moveTo>
                  <a:lnTo>
                    <a:pt x="7208" y="0"/>
                  </a:lnTo>
                  <a:lnTo>
                    <a:pt x="7208" y="7198"/>
                  </a:lnTo>
                  <a:lnTo>
                    <a:pt x="1" y="7198"/>
                  </a:lnTo>
                  <a:close/>
                </a:path>
              </a:pathLst>
            </a:custGeom>
            <a:noFill/>
            <a:ln w="5750"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2905393" y="1452501"/>
              <a:ext cx="133226" cy="133252"/>
            </a:xfrm>
            <a:custGeom>
              <a:avLst/>
              <a:gdLst/>
              <a:ahLst/>
              <a:cxnLst/>
              <a:rect l="l" t="t" r="r" b="b"/>
              <a:pathLst>
                <a:path w="5084" h="5085" fill="none" extrusionOk="0">
                  <a:moveTo>
                    <a:pt x="0" y="1"/>
                  </a:moveTo>
                  <a:lnTo>
                    <a:pt x="5083" y="1"/>
                  </a:lnTo>
                  <a:lnTo>
                    <a:pt x="5083" y="5084"/>
                  </a:lnTo>
                  <a:lnTo>
                    <a:pt x="0" y="5084"/>
                  </a:lnTo>
                  <a:close/>
                </a:path>
              </a:pathLst>
            </a:custGeom>
            <a:noFill/>
            <a:ln w="41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2931651" y="975334"/>
              <a:ext cx="80476" cy="80711"/>
            </a:xfrm>
            <a:custGeom>
              <a:avLst/>
              <a:gdLst/>
              <a:ahLst/>
              <a:cxnLst/>
              <a:rect l="l" t="t" r="r" b="b"/>
              <a:pathLst>
                <a:path w="3071" h="3080" fill="none" extrusionOk="0">
                  <a:moveTo>
                    <a:pt x="0" y="0"/>
                  </a:moveTo>
                  <a:lnTo>
                    <a:pt x="3070" y="0"/>
                  </a:lnTo>
                  <a:lnTo>
                    <a:pt x="3070" y="3080"/>
                  </a:lnTo>
                  <a:lnTo>
                    <a:pt x="0" y="3080"/>
                  </a:lnTo>
                  <a:close/>
                </a:path>
              </a:pathLst>
            </a:custGeom>
            <a:noFill/>
            <a:ln w="2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2"/>
          <p:cNvSpPr/>
          <p:nvPr/>
        </p:nvSpPr>
        <p:spPr>
          <a:xfrm>
            <a:off x="8485996" y="1614632"/>
            <a:ext cx="80502" cy="80476"/>
          </a:xfrm>
          <a:custGeom>
            <a:avLst/>
            <a:gdLst/>
            <a:ahLst/>
            <a:cxnLst/>
            <a:rect l="l" t="t" r="r" b="b"/>
            <a:pathLst>
              <a:path w="3072" h="3071" extrusionOk="0">
                <a:moveTo>
                  <a:pt x="1" y="0"/>
                </a:moveTo>
                <a:lnTo>
                  <a:pt x="1" y="3070"/>
                </a:lnTo>
                <a:lnTo>
                  <a:pt x="3071" y="3070"/>
                </a:lnTo>
                <a:lnTo>
                  <a:pt x="3071"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 name="Google Shape;22;p2"/>
          <p:cNvGrpSpPr/>
          <p:nvPr/>
        </p:nvGrpSpPr>
        <p:grpSpPr>
          <a:xfrm>
            <a:off x="3090746" y="-533657"/>
            <a:ext cx="98059" cy="1147596"/>
            <a:chOff x="3347921" y="16006"/>
            <a:chExt cx="98059" cy="1147596"/>
          </a:xfrm>
        </p:grpSpPr>
        <p:sp>
          <p:nvSpPr>
            <p:cNvPr id="23" name="Google Shape;23;p2"/>
            <p:cNvSpPr/>
            <p:nvPr/>
          </p:nvSpPr>
          <p:spPr>
            <a:xfrm>
              <a:off x="3347921" y="1065280"/>
              <a:ext cx="98059" cy="98321"/>
            </a:xfrm>
            <a:custGeom>
              <a:avLst/>
              <a:gdLst/>
              <a:ahLst/>
              <a:cxnLst/>
              <a:rect l="l" t="t" r="r" b="b"/>
              <a:pathLst>
                <a:path w="3742" h="3752" fill="none" extrusionOk="0">
                  <a:moveTo>
                    <a:pt x="0" y="1"/>
                  </a:moveTo>
                  <a:lnTo>
                    <a:pt x="3741" y="1"/>
                  </a:lnTo>
                  <a:lnTo>
                    <a:pt x="3741" y="3751"/>
                  </a:lnTo>
                  <a:lnTo>
                    <a:pt x="0" y="3751"/>
                  </a:lnTo>
                  <a:close/>
                </a:path>
              </a:pathLst>
            </a:custGeom>
            <a:noFill/>
            <a:ln w="297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3392705" y="16006"/>
              <a:ext cx="8464" cy="894665"/>
            </a:xfrm>
            <a:custGeom>
              <a:avLst/>
              <a:gdLst/>
              <a:ahLst/>
              <a:cxnLst/>
              <a:rect l="l" t="t" r="r" b="b"/>
              <a:pathLst>
                <a:path w="323" h="34141" extrusionOk="0">
                  <a:moveTo>
                    <a:pt x="157" y="1"/>
                  </a:moveTo>
                  <a:lnTo>
                    <a:pt x="1" y="34141"/>
                  </a:lnTo>
                  <a:lnTo>
                    <a:pt x="323" y="34141"/>
                  </a:lnTo>
                  <a:lnTo>
                    <a:pt x="157"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 name="Google Shape;25;p2"/>
          <p:cNvGrpSpPr/>
          <p:nvPr/>
        </p:nvGrpSpPr>
        <p:grpSpPr>
          <a:xfrm>
            <a:off x="4892771" y="-340112"/>
            <a:ext cx="121172" cy="760495"/>
            <a:chOff x="5245196" y="3136513"/>
            <a:chExt cx="121172" cy="760495"/>
          </a:xfrm>
        </p:grpSpPr>
        <p:sp>
          <p:nvSpPr>
            <p:cNvPr id="26" name="Google Shape;26;p2"/>
            <p:cNvSpPr/>
            <p:nvPr/>
          </p:nvSpPr>
          <p:spPr>
            <a:xfrm>
              <a:off x="5245196" y="3775810"/>
              <a:ext cx="121172" cy="121198"/>
            </a:xfrm>
            <a:custGeom>
              <a:avLst/>
              <a:gdLst/>
              <a:ahLst/>
              <a:cxnLst/>
              <a:rect l="l" t="t" r="r" b="b"/>
              <a:pathLst>
                <a:path w="4624" h="4625" extrusionOk="0">
                  <a:moveTo>
                    <a:pt x="0" y="1"/>
                  </a:moveTo>
                  <a:lnTo>
                    <a:pt x="0" y="4624"/>
                  </a:lnTo>
                  <a:lnTo>
                    <a:pt x="4624" y="4624"/>
                  </a:lnTo>
                  <a:lnTo>
                    <a:pt x="4624"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5309007" y="3136513"/>
              <a:ext cx="8464" cy="554288"/>
            </a:xfrm>
            <a:custGeom>
              <a:avLst/>
              <a:gdLst/>
              <a:ahLst/>
              <a:cxnLst/>
              <a:rect l="l" t="t" r="r" b="b"/>
              <a:pathLst>
                <a:path w="323" h="21152" extrusionOk="0">
                  <a:moveTo>
                    <a:pt x="166" y="1"/>
                  </a:moveTo>
                  <a:lnTo>
                    <a:pt x="0" y="21152"/>
                  </a:lnTo>
                  <a:lnTo>
                    <a:pt x="322" y="21152"/>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 name="Google Shape;28;p2"/>
          <p:cNvGrpSpPr/>
          <p:nvPr/>
        </p:nvGrpSpPr>
        <p:grpSpPr>
          <a:xfrm>
            <a:off x="250617" y="2402301"/>
            <a:ext cx="188650" cy="2468354"/>
            <a:chOff x="250617" y="2402301"/>
            <a:chExt cx="188650" cy="2468354"/>
          </a:xfrm>
        </p:grpSpPr>
        <p:sp>
          <p:nvSpPr>
            <p:cNvPr id="29" name="Google Shape;29;p2"/>
            <p:cNvSpPr/>
            <p:nvPr/>
          </p:nvSpPr>
          <p:spPr>
            <a:xfrm>
              <a:off x="250617" y="4681770"/>
              <a:ext cx="188650" cy="188886"/>
            </a:xfrm>
            <a:custGeom>
              <a:avLst/>
              <a:gdLst/>
              <a:ahLst/>
              <a:cxnLst/>
              <a:rect l="l" t="t" r="r" b="b"/>
              <a:pathLst>
                <a:path w="7199" h="7208" fill="none" extrusionOk="0">
                  <a:moveTo>
                    <a:pt x="0" y="1"/>
                  </a:moveTo>
                  <a:lnTo>
                    <a:pt x="7198" y="1"/>
                  </a:lnTo>
                  <a:lnTo>
                    <a:pt x="7198" y="7207"/>
                  </a:lnTo>
                  <a:lnTo>
                    <a:pt x="0" y="7207"/>
                  </a:lnTo>
                  <a:close/>
                </a:path>
              </a:pathLst>
            </a:custGeom>
            <a:noFill/>
            <a:ln w="5750"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278316" y="4166291"/>
              <a:ext cx="133226" cy="133226"/>
            </a:xfrm>
            <a:custGeom>
              <a:avLst/>
              <a:gdLst/>
              <a:ahLst/>
              <a:cxnLst/>
              <a:rect l="l" t="t" r="r" b="b"/>
              <a:pathLst>
                <a:path w="5084" h="5084" fill="none" extrusionOk="0">
                  <a:moveTo>
                    <a:pt x="1" y="0"/>
                  </a:moveTo>
                  <a:lnTo>
                    <a:pt x="5084" y="0"/>
                  </a:lnTo>
                  <a:lnTo>
                    <a:pt x="5084" y="5084"/>
                  </a:lnTo>
                  <a:lnTo>
                    <a:pt x="1" y="5084"/>
                  </a:lnTo>
                  <a:close/>
                </a:path>
              </a:pathLst>
            </a:custGeom>
            <a:noFill/>
            <a:ln w="41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304573" y="3689098"/>
              <a:ext cx="80476" cy="80476"/>
            </a:xfrm>
            <a:custGeom>
              <a:avLst/>
              <a:gdLst/>
              <a:ahLst/>
              <a:cxnLst/>
              <a:rect l="l" t="t" r="r" b="b"/>
              <a:pathLst>
                <a:path w="3071" h="3071" fill="none" extrusionOk="0">
                  <a:moveTo>
                    <a:pt x="1" y="0"/>
                  </a:moveTo>
                  <a:lnTo>
                    <a:pt x="3071" y="0"/>
                  </a:lnTo>
                  <a:lnTo>
                    <a:pt x="3071" y="3071"/>
                  </a:lnTo>
                  <a:lnTo>
                    <a:pt x="1" y="3071"/>
                  </a:lnTo>
                  <a:close/>
                </a:path>
              </a:pathLst>
            </a:custGeom>
            <a:noFill/>
            <a:ln w="2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340710" y="2402301"/>
              <a:ext cx="8464" cy="1011487"/>
            </a:xfrm>
            <a:custGeom>
              <a:avLst/>
              <a:gdLst/>
              <a:ahLst/>
              <a:cxnLst/>
              <a:rect l="l" t="t" r="r" b="b"/>
              <a:pathLst>
                <a:path w="323" h="38599" extrusionOk="0">
                  <a:moveTo>
                    <a:pt x="157" y="1"/>
                  </a:moveTo>
                  <a:lnTo>
                    <a:pt x="0" y="38599"/>
                  </a:lnTo>
                  <a:lnTo>
                    <a:pt x="322" y="38599"/>
                  </a:lnTo>
                  <a:lnTo>
                    <a:pt x="157"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 name="Google Shape;33;p2"/>
          <p:cNvSpPr/>
          <p:nvPr/>
        </p:nvSpPr>
        <p:spPr>
          <a:xfrm>
            <a:off x="8935726" y="10"/>
            <a:ext cx="8464" cy="2519637"/>
          </a:xfrm>
          <a:custGeom>
            <a:avLst/>
            <a:gdLst/>
            <a:ahLst/>
            <a:cxnLst/>
            <a:rect l="l" t="t" r="r" b="b"/>
            <a:pathLst>
              <a:path w="323" h="96151" extrusionOk="0">
                <a:moveTo>
                  <a:pt x="166" y="0"/>
                </a:moveTo>
                <a:lnTo>
                  <a:pt x="1" y="96150"/>
                </a:lnTo>
                <a:lnTo>
                  <a:pt x="323" y="96150"/>
                </a:lnTo>
                <a:lnTo>
                  <a:pt x="16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646863" y="21446"/>
            <a:ext cx="8464" cy="1689069"/>
          </a:xfrm>
          <a:custGeom>
            <a:avLst/>
            <a:gdLst/>
            <a:ahLst/>
            <a:cxnLst/>
            <a:rect l="l" t="t" r="r" b="b"/>
            <a:pathLst>
              <a:path w="323" h="64456" extrusionOk="0">
                <a:moveTo>
                  <a:pt x="166" y="0"/>
                </a:moveTo>
                <a:lnTo>
                  <a:pt x="1" y="64456"/>
                </a:lnTo>
                <a:lnTo>
                  <a:pt x="322" y="64456"/>
                </a:lnTo>
                <a:lnTo>
                  <a:pt x="16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 name="Google Shape;35;p2"/>
          <p:cNvGrpSpPr/>
          <p:nvPr/>
        </p:nvGrpSpPr>
        <p:grpSpPr>
          <a:xfrm>
            <a:off x="2038689" y="173907"/>
            <a:ext cx="57599" cy="831799"/>
            <a:chOff x="2038689" y="173907"/>
            <a:chExt cx="57599" cy="831799"/>
          </a:xfrm>
        </p:grpSpPr>
        <p:sp>
          <p:nvSpPr>
            <p:cNvPr id="36" name="Google Shape;36;p2"/>
            <p:cNvSpPr/>
            <p:nvPr/>
          </p:nvSpPr>
          <p:spPr>
            <a:xfrm>
              <a:off x="2038689" y="947872"/>
              <a:ext cx="57599" cy="57834"/>
            </a:xfrm>
            <a:custGeom>
              <a:avLst/>
              <a:gdLst/>
              <a:ahLst/>
              <a:cxnLst/>
              <a:rect l="l" t="t" r="r" b="b"/>
              <a:pathLst>
                <a:path w="2198" h="2207" fill="none" extrusionOk="0">
                  <a:moveTo>
                    <a:pt x="1" y="0"/>
                  </a:moveTo>
                  <a:lnTo>
                    <a:pt x="2197" y="0"/>
                  </a:lnTo>
                  <a:lnTo>
                    <a:pt x="2197" y="2206"/>
                  </a:lnTo>
                  <a:lnTo>
                    <a:pt x="1" y="2206"/>
                  </a:lnTo>
                  <a:close/>
                </a:path>
              </a:pathLst>
            </a:custGeom>
            <a:noFill/>
            <a:ln w="297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2063269" y="173907"/>
              <a:ext cx="8438" cy="692074"/>
            </a:xfrm>
            <a:custGeom>
              <a:avLst/>
              <a:gdLst/>
              <a:ahLst/>
              <a:cxnLst/>
              <a:rect l="l" t="t" r="r" b="b"/>
              <a:pathLst>
                <a:path w="322" h="26410" extrusionOk="0">
                  <a:moveTo>
                    <a:pt x="166" y="1"/>
                  </a:moveTo>
                  <a:lnTo>
                    <a:pt x="0" y="26410"/>
                  </a:lnTo>
                  <a:lnTo>
                    <a:pt x="322" y="26410"/>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69"/>
        <p:cNvGrpSpPr/>
        <p:nvPr/>
      </p:nvGrpSpPr>
      <p:grpSpPr>
        <a:xfrm>
          <a:off x="0" y="0"/>
          <a:ext cx="0" cy="0"/>
          <a:chOff x="0" y="0"/>
          <a:chExt cx="0" cy="0"/>
        </a:xfrm>
      </p:grpSpPr>
      <p:sp>
        <p:nvSpPr>
          <p:cNvPr id="170" name="Google Shape;170;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171" name="Google Shape;171;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72" name="Google Shape;172;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list">
  <p:cSld name="CUSTOM_4">
    <p:spTree>
      <p:nvGrpSpPr>
        <p:cNvPr id="1" name="Shape 410"/>
        <p:cNvGrpSpPr/>
        <p:nvPr/>
      </p:nvGrpSpPr>
      <p:grpSpPr>
        <a:xfrm>
          <a:off x="0" y="0"/>
          <a:ext cx="0" cy="0"/>
          <a:chOff x="0" y="0"/>
          <a:chExt cx="0" cy="0"/>
        </a:xfrm>
      </p:grpSpPr>
      <p:sp>
        <p:nvSpPr>
          <p:cNvPr id="411" name="Google Shape;411;p20"/>
          <p:cNvSpPr txBox="1">
            <a:spLocks noGrp="1"/>
          </p:cNvSpPr>
          <p:nvPr>
            <p:ph type="body" idx="1"/>
          </p:nvPr>
        </p:nvSpPr>
        <p:spPr>
          <a:xfrm>
            <a:off x="597375" y="1438003"/>
            <a:ext cx="3908700" cy="25473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accent2"/>
              </a:buClr>
              <a:buSzPts val="1200"/>
              <a:buChar char="●"/>
              <a:defRPr sz="1200"/>
            </a:lvl1pPr>
            <a:lvl2pPr marL="914400" lvl="1" indent="-292100" rtl="0">
              <a:spcBef>
                <a:spcPts val="1600"/>
              </a:spcBef>
              <a:spcAft>
                <a:spcPts val="0"/>
              </a:spcAft>
              <a:buSzPts val="1000"/>
              <a:buFont typeface="Nunito Light"/>
              <a:buChar char="○"/>
              <a:defRPr/>
            </a:lvl2pPr>
            <a:lvl3pPr marL="1371600" lvl="2" indent="-292100" rtl="0">
              <a:spcBef>
                <a:spcPts val="1600"/>
              </a:spcBef>
              <a:spcAft>
                <a:spcPts val="0"/>
              </a:spcAft>
              <a:buSzPts val="1000"/>
              <a:buFont typeface="Nunito Light"/>
              <a:buChar char="■"/>
              <a:defRPr/>
            </a:lvl3pPr>
            <a:lvl4pPr marL="1828800" lvl="3" indent="-292100" rtl="0">
              <a:spcBef>
                <a:spcPts val="1600"/>
              </a:spcBef>
              <a:spcAft>
                <a:spcPts val="0"/>
              </a:spcAft>
              <a:buSzPts val="1000"/>
              <a:buFont typeface="Nunito Light"/>
              <a:buChar char="●"/>
              <a:defRPr/>
            </a:lvl4pPr>
            <a:lvl5pPr marL="2286000" lvl="4" indent="-292100" rtl="0">
              <a:spcBef>
                <a:spcPts val="1600"/>
              </a:spcBef>
              <a:spcAft>
                <a:spcPts val="0"/>
              </a:spcAft>
              <a:buSzPts val="1000"/>
              <a:buFont typeface="Nunito Light"/>
              <a:buChar char="○"/>
              <a:defRPr/>
            </a:lvl5pPr>
            <a:lvl6pPr marL="2743200" lvl="5" indent="-292100" rtl="0">
              <a:spcBef>
                <a:spcPts val="1600"/>
              </a:spcBef>
              <a:spcAft>
                <a:spcPts val="0"/>
              </a:spcAft>
              <a:buSzPts val="1000"/>
              <a:buFont typeface="Nunito Light"/>
              <a:buChar char="■"/>
              <a:defRPr/>
            </a:lvl6pPr>
            <a:lvl7pPr marL="3200400" lvl="6" indent="-292100" rtl="0">
              <a:spcBef>
                <a:spcPts val="1600"/>
              </a:spcBef>
              <a:spcAft>
                <a:spcPts val="0"/>
              </a:spcAft>
              <a:buSzPts val="1000"/>
              <a:buFont typeface="Nunito Light"/>
              <a:buChar char="●"/>
              <a:defRPr/>
            </a:lvl7pPr>
            <a:lvl8pPr marL="3657600" lvl="7" indent="-292100" rtl="0">
              <a:spcBef>
                <a:spcPts val="1600"/>
              </a:spcBef>
              <a:spcAft>
                <a:spcPts val="0"/>
              </a:spcAft>
              <a:buSzPts val="1000"/>
              <a:buFont typeface="Nunito Light"/>
              <a:buChar char="○"/>
              <a:defRPr/>
            </a:lvl8pPr>
            <a:lvl9pPr marL="4114800" lvl="8" indent="-292100" rtl="0">
              <a:spcBef>
                <a:spcPts val="1600"/>
              </a:spcBef>
              <a:spcAft>
                <a:spcPts val="1600"/>
              </a:spcAft>
              <a:buSzPts val="1000"/>
              <a:buFont typeface="Nunito Light"/>
              <a:buChar char="■"/>
              <a:defRPr/>
            </a:lvl9pPr>
          </a:lstStyle>
          <a:p>
            <a:endParaRPr/>
          </a:p>
        </p:txBody>
      </p:sp>
      <p:sp>
        <p:nvSpPr>
          <p:cNvPr id="412" name="Google Shape;412;p20"/>
          <p:cNvSpPr txBox="1">
            <a:spLocks noGrp="1"/>
          </p:cNvSpPr>
          <p:nvPr>
            <p:ph type="ctrTitle"/>
          </p:nvPr>
        </p:nvSpPr>
        <p:spPr>
          <a:xfrm>
            <a:off x="618825" y="411675"/>
            <a:ext cx="47277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3600"/>
              <a:buNone/>
              <a:defRPr sz="3000"/>
            </a:lvl1pPr>
            <a:lvl2pPr lvl="1" algn="ctr" rtl="0">
              <a:spcBef>
                <a:spcPts val="0"/>
              </a:spcBef>
              <a:spcAft>
                <a:spcPts val="0"/>
              </a:spcAft>
              <a:buClr>
                <a:srgbClr val="D9D9D9"/>
              </a:buClr>
              <a:buSzPts val="1800"/>
              <a:buNone/>
              <a:defRPr sz="1800">
                <a:solidFill>
                  <a:srgbClr val="D9D9D9"/>
                </a:solidFill>
              </a:defRPr>
            </a:lvl2pPr>
            <a:lvl3pPr lvl="2" algn="ctr" rtl="0">
              <a:spcBef>
                <a:spcPts val="0"/>
              </a:spcBef>
              <a:spcAft>
                <a:spcPts val="0"/>
              </a:spcAft>
              <a:buClr>
                <a:srgbClr val="D9D9D9"/>
              </a:buClr>
              <a:buSzPts val="1800"/>
              <a:buNone/>
              <a:defRPr sz="1800">
                <a:solidFill>
                  <a:srgbClr val="D9D9D9"/>
                </a:solidFill>
              </a:defRPr>
            </a:lvl3pPr>
            <a:lvl4pPr lvl="3" algn="ctr" rtl="0">
              <a:spcBef>
                <a:spcPts val="0"/>
              </a:spcBef>
              <a:spcAft>
                <a:spcPts val="0"/>
              </a:spcAft>
              <a:buClr>
                <a:srgbClr val="D9D9D9"/>
              </a:buClr>
              <a:buSzPts val="1800"/>
              <a:buNone/>
              <a:defRPr sz="1800">
                <a:solidFill>
                  <a:srgbClr val="D9D9D9"/>
                </a:solidFill>
              </a:defRPr>
            </a:lvl4pPr>
            <a:lvl5pPr lvl="4" algn="ctr" rtl="0">
              <a:spcBef>
                <a:spcPts val="0"/>
              </a:spcBef>
              <a:spcAft>
                <a:spcPts val="0"/>
              </a:spcAft>
              <a:buClr>
                <a:srgbClr val="D9D9D9"/>
              </a:buClr>
              <a:buSzPts val="1800"/>
              <a:buNone/>
              <a:defRPr sz="1800">
                <a:solidFill>
                  <a:srgbClr val="D9D9D9"/>
                </a:solidFill>
              </a:defRPr>
            </a:lvl5pPr>
            <a:lvl6pPr lvl="5" algn="ctr" rtl="0">
              <a:spcBef>
                <a:spcPts val="0"/>
              </a:spcBef>
              <a:spcAft>
                <a:spcPts val="0"/>
              </a:spcAft>
              <a:buClr>
                <a:srgbClr val="D9D9D9"/>
              </a:buClr>
              <a:buSzPts val="1800"/>
              <a:buNone/>
              <a:defRPr sz="1800">
                <a:solidFill>
                  <a:srgbClr val="D9D9D9"/>
                </a:solidFill>
              </a:defRPr>
            </a:lvl6pPr>
            <a:lvl7pPr lvl="6" algn="ctr" rtl="0">
              <a:spcBef>
                <a:spcPts val="0"/>
              </a:spcBef>
              <a:spcAft>
                <a:spcPts val="0"/>
              </a:spcAft>
              <a:buClr>
                <a:srgbClr val="D9D9D9"/>
              </a:buClr>
              <a:buSzPts val="1800"/>
              <a:buNone/>
              <a:defRPr sz="1800">
                <a:solidFill>
                  <a:srgbClr val="D9D9D9"/>
                </a:solidFill>
              </a:defRPr>
            </a:lvl7pPr>
            <a:lvl8pPr lvl="7" algn="ctr" rtl="0">
              <a:spcBef>
                <a:spcPts val="0"/>
              </a:spcBef>
              <a:spcAft>
                <a:spcPts val="0"/>
              </a:spcAft>
              <a:buClr>
                <a:srgbClr val="D9D9D9"/>
              </a:buClr>
              <a:buSzPts val="1800"/>
              <a:buNone/>
              <a:defRPr sz="1800">
                <a:solidFill>
                  <a:srgbClr val="D9D9D9"/>
                </a:solidFill>
              </a:defRPr>
            </a:lvl8pPr>
            <a:lvl9pPr lvl="8" algn="ctr" rtl="0">
              <a:spcBef>
                <a:spcPts val="0"/>
              </a:spcBef>
              <a:spcAft>
                <a:spcPts val="0"/>
              </a:spcAft>
              <a:buClr>
                <a:srgbClr val="D9D9D9"/>
              </a:buClr>
              <a:buSzPts val="1800"/>
              <a:buNone/>
              <a:defRPr sz="1800">
                <a:solidFill>
                  <a:srgbClr val="D9D9D9"/>
                </a:solidFill>
              </a:defRPr>
            </a:lvl9pPr>
          </a:lstStyle>
          <a:p>
            <a:endParaRPr/>
          </a:p>
        </p:txBody>
      </p:sp>
      <p:sp>
        <p:nvSpPr>
          <p:cNvPr id="413" name="Google Shape;413;p20"/>
          <p:cNvSpPr txBox="1">
            <a:spLocks noGrp="1"/>
          </p:cNvSpPr>
          <p:nvPr>
            <p:ph type="body" idx="2"/>
          </p:nvPr>
        </p:nvSpPr>
        <p:spPr>
          <a:xfrm>
            <a:off x="4690125" y="2069712"/>
            <a:ext cx="3908700" cy="19155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accent3"/>
              </a:buClr>
              <a:buSzPts val="1200"/>
              <a:buChar char="●"/>
              <a:defRPr sz="1200"/>
            </a:lvl1pPr>
            <a:lvl2pPr marL="914400" lvl="1" indent="-292100" rtl="0">
              <a:spcBef>
                <a:spcPts val="0"/>
              </a:spcBef>
              <a:spcAft>
                <a:spcPts val="0"/>
              </a:spcAft>
              <a:buClr>
                <a:schemeClr val="dk1"/>
              </a:buClr>
              <a:buSzPts val="1000"/>
              <a:buFont typeface="Nunito Light"/>
              <a:buChar char="○"/>
              <a:defRPr/>
            </a:lvl2pPr>
            <a:lvl3pPr marL="1371600" lvl="2" indent="-292100" rtl="0">
              <a:spcBef>
                <a:spcPts val="1600"/>
              </a:spcBef>
              <a:spcAft>
                <a:spcPts val="0"/>
              </a:spcAft>
              <a:buClr>
                <a:schemeClr val="dk1"/>
              </a:buClr>
              <a:buSzPts val="1000"/>
              <a:buFont typeface="Nunito Light"/>
              <a:buChar char="■"/>
              <a:defRPr/>
            </a:lvl3pPr>
            <a:lvl4pPr marL="1828800" lvl="3" indent="-292100" rtl="0">
              <a:spcBef>
                <a:spcPts val="1600"/>
              </a:spcBef>
              <a:spcAft>
                <a:spcPts val="0"/>
              </a:spcAft>
              <a:buClr>
                <a:schemeClr val="dk1"/>
              </a:buClr>
              <a:buSzPts val="1000"/>
              <a:buFont typeface="Nunito Light"/>
              <a:buChar char="●"/>
              <a:defRPr/>
            </a:lvl4pPr>
            <a:lvl5pPr marL="2286000" lvl="4" indent="-292100" rtl="0">
              <a:spcBef>
                <a:spcPts val="1600"/>
              </a:spcBef>
              <a:spcAft>
                <a:spcPts val="0"/>
              </a:spcAft>
              <a:buClr>
                <a:schemeClr val="dk1"/>
              </a:buClr>
              <a:buSzPts val="1000"/>
              <a:buFont typeface="Nunito Light"/>
              <a:buChar char="○"/>
              <a:defRPr/>
            </a:lvl5pPr>
            <a:lvl6pPr marL="2743200" lvl="5" indent="-292100" rtl="0">
              <a:spcBef>
                <a:spcPts val="1600"/>
              </a:spcBef>
              <a:spcAft>
                <a:spcPts val="0"/>
              </a:spcAft>
              <a:buClr>
                <a:schemeClr val="dk1"/>
              </a:buClr>
              <a:buSzPts val="1000"/>
              <a:buFont typeface="Nunito Light"/>
              <a:buChar char="■"/>
              <a:defRPr/>
            </a:lvl6pPr>
            <a:lvl7pPr marL="3200400" lvl="6" indent="-292100" rtl="0">
              <a:spcBef>
                <a:spcPts val="1600"/>
              </a:spcBef>
              <a:spcAft>
                <a:spcPts val="0"/>
              </a:spcAft>
              <a:buClr>
                <a:schemeClr val="dk1"/>
              </a:buClr>
              <a:buSzPts val="1000"/>
              <a:buFont typeface="Nunito Light"/>
              <a:buChar char="●"/>
              <a:defRPr/>
            </a:lvl7pPr>
            <a:lvl8pPr marL="3657600" lvl="7" indent="-292100" rtl="0">
              <a:spcBef>
                <a:spcPts val="1600"/>
              </a:spcBef>
              <a:spcAft>
                <a:spcPts val="0"/>
              </a:spcAft>
              <a:buClr>
                <a:schemeClr val="dk1"/>
              </a:buClr>
              <a:buSzPts val="1000"/>
              <a:buFont typeface="Nunito Light"/>
              <a:buChar char="○"/>
              <a:defRPr/>
            </a:lvl8pPr>
            <a:lvl9pPr marL="4114800" lvl="8" indent="-292100" rtl="0">
              <a:spcBef>
                <a:spcPts val="1600"/>
              </a:spcBef>
              <a:spcAft>
                <a:spcPts val="1600"/>
              </a:spcAft>
              <a:buClr>
                <a:schemeClr val="dk1"/>
              </a:buClr>
              <a:buSzPts val="1000"/>
              <a:buFont typeface="Nunito Light"/>
              <a:buChar char="■"/>
              <a:defRPr/>
            </a:lvl9pPr>
          </a:lstStyle>
          <a:p>
            <a:endParaRPr/>
          </a:p>
        </p:txBody>
      </p:sp>
      <p:sp>
        <p:nvSpPr>
          <p:cNvPr id="414" name="Google Shape;414;p20"/>
          <p:cNvSpPr/>
          <p:nvPr/>
        </p:nvSpPr>
        <p:spPr>
          <a:xfrm>
            <a:off x="8829925" y="1123700"/>
            <a:ext cx="108650" cy="108625"/>
          </a:xfrm>
          <a:custGeom>
            <a:avLst/>
            <a:gdLst/>
            <a:ahLst/>
            <a:cxnLst/>
            <a:rect l="l" t="t" r="r" b="b"/>
            <a:pathLst>
              <a:path w="4346" h="4345" extrusionOk="0">
                <a:moveTo>
                  <a:pt x="4027" y="337"/>
                </a:moveTo>
                <a:lnTo>
                  <a:pt x="4027" y="4008"/>
                </a:lnTo>
                <a:lnTo>
                  <a:pt x="338" y="4008"/>
                </a:lnTo>
                <a:lnTo>
                  <a:pt x="338" y="337"/>
                </a:lnTo>
                <a:close/>
                <a:moveTo>
                  <a:pt x="1" y="0"/>
                </a:moveTo>
                <a:lnTo>
                  <a:pt x="1" y="4345"/>
                </a:lnTo>
                <a:lnTo>
                  <a:pt x="4346" y="4345"/>
                </a:lnTo>
                <a:lnTo>
                  <a:pt x="4346"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0"/>
          <p:cNvSpPr/>
          <p:nvPr/>
        </p:nvSpPr>
        <p:spPr>
          <a:xfrm>
            <a:off x="9156250" y="1340450"/>
            <a:ext cx="111450" cy="110975"/>
          </a:xfrm>
          <a:custGeom>
            <a:avLst/>
            <a:gdLst/>
            <a:ahLst/>
            <a:cxnLst/>
            <a:rect l="l" t="t" r="r" b="b"/>
            <a:pathLst>
              <a:path w="4458" h="4439" extrusionOk="0">
                <a:moveTo>
                  <a:pt x="4008" y="431"/>
                </a:moveTo>
                <a:lnTo>
                  <a:pt x="4008" y="4008"/>
                </a:lnTo>
                <a:lnTo>
                  <a:pt x="431" y="4008"/>
                </a:lnTo>
                <a:lnTo>
                  <a:pt x="431" y="431"/>
                </a:lnTo>
                <a:close/>
                <a:moveTo>
                  <a:pt x="0" y="1"/>
                </a:moveTo>
                <a:lnTo>
                  <a:pt x="0" y="4439"/>
                </a:lnTo>
                <a:lnTo>
                  <a:pt x="4457" y="4439"/>
                </a:lnTo>
                <a:lnTo>
                  <a:pt x="4457" y="1"/>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0"/>
          <p:cNvSpPr/>
          <p:nvPr/>
        </p:nvSpPr>
        <p:spPr>
          <a:xfrm>
            <a:off x="5809850" y="214400"/>
            <a:ext cx="108625" cy="108625"/>
          </a:xfrm>
          <a:custGeom>
            <a:avLst/>
            <a:gdLst/>
            <a:ahLst/>
            <a:cxnLst/>
            <a:rect l="l" t="t" r="r" b="b"/>
            <a:pathLst>
              <a:path w="4345" h="4345" extrusionOk="0">
                <a:moveTo>
                  <a:pt x="4008" y="337"/>
                </a:moveTo>
                <a:lnTo>
                  <a:pt x="4008" y="4008"/>
                </a:lnTo>
                <a:lnTo>
                  <a:pt x="337" y="4008"/>
                </a:lnTo>
                <a:lnTo>
                  <a:pt x="337" y="337"/>
                </a:lnTo>
                <a:close/>
                <a:moveTo>
                  <a:pt x="0" y="0"/>
                </a:moveTo>
                <a:lnTo>
                  <a:pt x="0" y="4345"/>
                </a:lnTo>
                <a:lnTo>
                  <a:pt x="4345" y="4345"/>
                </a:lnTo>
                <a:lnTo>
                  <a:pt x="4345"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0"/>
          <p:cNvSpPr/>
          <p:nvPr/>
        </p:nvSpPr>
        <p:spPr>
          <a:xfrm>
            <a:off x="7079800" y="420088"/>
            <a:ext cx="164825" cy="164375"/>
          </a:xfrm>
          <a:custGeom>
            <a:avLst/>
            <a:gdLst/>
            <a:ahLst/>
            <a:cxnLst/>
            <a:rect l="l" t="t" r="r" b="b"/>
            <a:pathLst>
              <a:path w="6593" h="6575" extrusionOk="0">
                <a:moveTo>
                  <a:pt x="6256" y="338"/>
                </a:moveTo>
                <a:lnTo>
                  <a:pt x="6256" y="6237"/>
                </a:lnTo>
                <a:lnTo>
                  <a:pt x="338" y="6237"/>
                </a:lnTo>
                <a:lnTo>
                  <a:pt x="338" y="338"/>
                </a:lnTo>
                <a:close/>
                <a:moveTo>
                  <a:pt x="1" y="1"/>
                </a:moveTo>
                <a:lnTo>
                  <a:pt x="1" y="6574"/>
                </a:lnTo>
                <a:lnTo>
                  <a:pt x="6593" y="6574"/>
                </a:lnTo>
                <a:lnTo>
                  <a:pt x="6593" y="1"/>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0"/>
          <p:cNvSpPr/>
          <p:nvPr/>
        </p:nvSpPr>
        <p:spPr>
          <a:xfrm>
            <a:off x="7952700" y="278513"/>
            <a:ext cx="44975" cy="44500"/>
          </a:xfrm>
          <a:custGeom>
            <a:avLst/>
            <a:gdLst/>
            <a:ahLst/>
            <a:cxnLst/>
            <a:rect l="l" t="t" r="r" b="b"/>
            <a:pathLst>
              <a:path w="1799" h="1780" extrusionOk="0">
                <a:moveTo>
                  <a:pt x="1" y="1"/>
                </a:moveTo>
                <a:lnTo>
                  <a:pt x="1" y="1780"/>
                </a:lnTo>
                <a:lnTo>
                  <a:pt x="1798" y="1780"/>
                </a:lnTo>
                <a:lnTo>
                  <a:pt x="1798"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0"/>
          <p:cNvSpPr/>
          <p:nvPr/>
        </p:nvSpPr>
        <p:spPr>
          <a:xfrm>
            <a:off x="7372450" y="-69325"/>
            <a:ext cx="155925" cy="155925"/>
          </a:xfrm>
          <a:custGeom>
            <a:avLst/>
            <a:gdLst/>
            <a:ahLst/>
            <a:cxnLst/>
            <a:rect l="l" t="t" r="r" b="b"/>
            <a:pathLst>
              <a:path w="6237" h="6237" extrusionOk="0">
                <a:moveTo>
                  <a:pt x="0" y="0"/>
                </a:moveTo>
                <a:lnTo>
                  <a:pt x="0" y="6236"/>
                </a:lnTo>
                <a:lnTo>
                  <a:pt x="6236" y="6236"/>
                </a:lnTo>
                <a:lnTo>
                  <a:pt x="6236"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0"/>
          <p:cNvSpPr/>
          <p:nvPr/>
        </p:nvSpPr>
        <p:spPr>
          <a:xfrm>
            <a:off x="8464275" y="355050"/>
            <a:ext cx="155925" cy="156400"/>
          </a:xfrm>
          <a:custGeom>
            <a:avLst/>
            <a:gdLst/>
            <a:ahLst/>
            <a:cxnLst/>
            <a:rect l="l" t="t" r="r" b="b"/>
            <a:pathLst>
              <a:path w="6237" h="6256" extrusionOk="0">
                <a:moveTo>
                  <a:pt x="1" y="1"/>
                </a:moveTo>
                <a:lnTo>
                  <a:pt x="1" y="6256"/>
                </a:lnTo>
                <a:lnTo>
                  <a:pt x="6237" y="6256"/>
                </a:lnTo>
                <a:lnTo>
                  <a:pt x="6237"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0"/>
          <p:cNvSpPr/>
          <p:nvPr/>
        </p:nvSpPr>
        <p:spPr>
          <a:xfrm>
            <a:off x="7264275" y="607363"/>
            <a:ext cx="122675" cy="122675"/>
          </a:xfrm>
          <a:custGeom>
            <a:avLst/>
            <a:gdLst/>
            <a:ahLst/>
            <a:cxnLst/>
            <a:rect l="l" t="t" r="r" b="b"/>
            <a:pathLst>
              <a:path w="4907" h="4907" extrusionOk="0">
                <a:moveTo>
                  <a:pt x="0" y="1"/>
                </a:moveTo>
                <a:lnTo>
                  <a:pt x="0" y="4907"/>
                </a:lnTo>
                <a:lnTo>
                  <a:pt x="4907" y="4907"/>
                </a:lnTo>
                <a:lnTo>
                  <a:pt x="4907"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20"/>
          <p:cNvSpPr/>
          <p:nvPr/>
        </p:nvSpPr>
        <p:spPr>
          <a:xfrm>
            <a:off x="6298850" y="907625"/>
            <a:ext cx="155925" cy="155900"/>
          </a:xfrm>
          <a:custGeom>
            <a:avLst/>
            <a:gdLst/>
            <a:ahLst/>
            <a:cxnLst/>
            <a:rect l="l" t="t" r="r" b="b"/>
            <a:pathLst>
              <a:path w="6237" h="6236" extrusionOk="0">
                <a:moveTo>
                  <a:pt x="1" y="0"/>
                </a:moveTo>
                <a:lnTo>
                  <a:pt x="1" y="6236"/>
                </a:lnTo>
                <a:lnTo>
                  <a:pt x="6237" y="6236"/>
                </a:lnTo>
                <a:lnTo>
                  <a:pt x="6237"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0"/>
          <p:cNvSpPr/>
          <p:nvPr/>
        </p:nvSpPr>
        <p:spPr>
          <a:xfrm>
            <a:off x="-83000" y="4540463"/>
            <a:ext cx="164825" cy="164375"/>
          </a:xfrm>
          <a:custGeom>
            <a:avLst/>
            <a:gdLst/>
            <a:ahLst/>
            <a:cxnLst/>
            <a:rect l="l" t="t" r="r" b="b"/>
            <a:pathLst>
              <a:path w="6593" h="6575" extrusionOk="0">
                <a:moveTo>
                  <a:pt x="6256" y="338"/>
                </a:moveTo>
                <a:lnTo>
                  <a:pt x="6256" y="6237"/>
                </a:lnTo>
                <a:lnTo>
                  <a:pt x="338" y="6237"/>
                </a:lnTo>
                <a:lnTo>
                  <a:pt x="338" y="338"/>
                </a:lnTo>
                <a:close/>
                <a:moveTo>
                  <a:pt x="1" y="1"/>
                </a:moveTo>
                <a:lnTo>
                  <a:pt x="1" y="6574"/>
                </a:lnTo>
                <a:lnTo>
                  <a:pt x="6593" y="6574"/>
                </a:lnTo>
                <a:lnTo>
                  <a:pt x="6593" y="1"/>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0"/>
          <p:cNvSpPr/>
          <p:nvPr/>
        </p:nvSpPr>
        <p:spPr>
          <a:xfrm>
            <a:off x="101475" y="4727738"/>
            <a:ext cx="122675" cy="122675"/>
          </a:xfrm>
          <a:custGeom>
            <a:avLst/>
            <a:gdLst/>
            <a:ahLst/>
            <a:cxnLst/>
            <a:rect l="l" t="t" r="r" b="b"/>
            <a:pathLst>
              <a:path w="4907" h="4907" extrusionOk="0">
                <a:moveTo>
                  <a:pt x="0" y="1"/>
                </a:moveTo>
                <a:lnTo>
                  <a:pt x="0" y="4907"/>
                </a:lnTo>
                <a:lnTo>
                  <a:pt x="4907" y="4907"/>
                </a:lnTo>
                <a:lnTo>
                  <a:pt x="4907"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ackground">
  <p:cSld name="CUSTOM_5">
    <p:spTree>
      <p:nvGrpSpPr>
        <p:cNvPr id="1" name="Shape 425"/>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2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1pPr>
            <a:lvl2pPr lvl="1">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2pPr>
            <a:lvl3pPr lvl="2">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3pPr>
            <a:lvl4pPr lvl="3">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4pPr>
            <a:lvl5pPr lvl="4">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5pPr>
            <a:lvl6pPr lvl="5">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6pPr>
            <a:lvl7pPr lvl="6">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7pPr>
            <a:lvl8pPr lvl="7">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8pPr>
            <a:lvl9pPr lvl="8">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lt1"/>
              </a:buClr>
              <a:buSzPts val="1800"/>
              <a:buFont typeface="Maven Pro"/>
              <a:buChar char="●"/>
              <a:defRPr sz="1800">
                <a:solidFill>
                  <a:schemeClr val="lt1"/>
                </a:solidFill>
                <a:latin typeface="Maven Pro"/>
                <a:ea typeface="Maven Pro"/>
                <a:cs typeface="Maven Pro"/>
                <a:sym typeface="Maven Pro"/>
              </a:defRPr>
            </a:lvl1pPr>
            <a:lvl2pPr marL="914400" lvl="1"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2pPr>
            <a:lvl3pPr marL="1371600" lvl="2"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3pPr>
            <a:lvl4pPr marL="1828800" lvl="3"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4pPr>
            <a:lvl5pPr marL="2286000" lvl="4"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5pPr>
            <a:lvl6pPr marL="2743200" lvl="5"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6pPr>
            <a:lvl7pPr marL="3200400" lvl="6"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7pPr>
            <a:lvl8pPr marL="3657600" lvl="7"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8pPr>
            <a:lvl9pPr marL="4114800" lvl="8" indent="-317500">
              <a:lnSpc>
                <a:spcPct val="115000"/>
              </a:lnSpc>
              <a:spcBef>
                <a:spcPts val="1600"/>
              </a:spcBef>
              <a:spcAft>
                <a:spcPts val="1600"/>
              </a:spcAft>
              <a:buClr>
                <a:schemeClr val="lt1"/>
              </a:buClr>
              <a:buSzPts val="1400"/>
              <a:buFont typeface="Maven Pro"/>
              <a:buChar char="■"/>
              <a:defRPr>
                <a:solidFill>
                  <a:schemeClr val="lt1"/>
                </a:solidFill>
                <a:latin typeface="Maven Pro"/>
                <a:ea typeface="Maven Pro"/>
                <a:cs typeface="Maven Pro"/>
                <a:sym typeface="Maven Pr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5" r:id="rId2"/>
    <p:sldLayoutId id="2147483666" r:id="rId3"/>
    <p:sldLayoutId id="2147483667" r:id="rId4"/>
    <p:sldLayoutId id="2147483668"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6" name="Google Shape;436;p25"/>
          <p:cNvSpPr txBox="1">
            <a:spLocks noGrp="1"/>
          </p:cNvSpPr>
          <p:nvPr>
            <p:ph type="ctrTitle"/>
          </p:nvPr>
        </p:nvSpPr>
        <p:spPr>
          <a:xfrm>
            <a:off x="1601880" y="1280046"/>
            <a:ext cx="6020700" cy="2416282"/>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smtClean="0"/>
              <a:t>Evaluation et validationdu modèle</a:t>
            </a:r>
            <a:r>
              <a:rPr lang="en" dirty="0" smtClean="0"/>
              <a:t> </a:t>
            </a:r>
            <a:r>
              <a:rPr lang="en" dirty="0" smtClean="0">
                <a:solidFill>
                  <a:schemeClr val="accent2"/>
                </a:solidFill>
              </a:rPr>
              <a:t>Arbre de décision</a:t>
            </a:r>
            <a:endParaRPr dirty="0"/>
          </a:p>
        </p:txBody>
      </p:sp>
      <p:sp>
        <p:nvSpPr>
          <p:cNvPr id="437" name="Google Shape;437;p25"/>
          <p:cNvSpPr/>
          <p:nvPr/>
        </p:nvSpPr>
        <p:spPr>
          <a:xfrm>
            <a:off x="1917281" y="4715495"/>
            <a:ext cx="121434" cy="121434"/>
          </a:xfrm>
          <a:custGeom>
            <a:avLst/>
            <a:gdLst/>
            <a:ahLst/>
            <a:cxnLst/>
            <a:rect l="l" t="t" r="r" b="b"/>
            <a:pathLst>
              <a:path w="4634" h="4634" extrusionOk="0">
                <a:moveTo>
                  <a:pt x="1" y="0"/>
                </a:moveTo>
                <a:lnTo>
                  <a:pt x="1" y="4633"/>
                </a:lnTo>
                <a:lnTo>
                  <a:pt x="4634" y="4633"/>
                </a:lnTo>
                <a:lnTo>
                  <a:pt x="4634"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5"/>
          <p:cNvSpPr/>
          <p:nvPr/>
        </p:nvSpPr>
        <p:spPr>
          <a:xfrm>
            <a:off x="7047944" y="3537816"/>
            <a:ext cx="57834" cy="57834"/>
          </a:xfrm>
          <a:custGeom>
            <a:avLst/>
            <a:gdLst/>
            <a:ahLst/>
            <a:cxnLst/>
            <a:rect l="l" t="t" r="r" b="b"/>
            <a:pathLst>
              <a:path w="2207" h="2207" fill="none" extrusionOk="0">
                <a:moveTo>
                  <a:pt x="0" y="1"/>
                </a:moveTo>
                <a:lnTo>
                  <a:pt x="2206" y="1"/>
                </a:lnTo>
                <a:lnTo>
                  <a:pt x="2206" y="2207"/>
                </a:lnTo>
                <a:lnTo>
                  <a:pt x="0" y="2207"/>
                </a:lnTo>
                <a:close/>
              </a:path>
            </a:pathLst>
          </a:custGeom>
          <a:noFill/>
          <a:ln w="137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5"/>
          <p:cNvSpPr/>
          <p:nvPr/>
        </p:nvSpPr>
        <p:spPr>
          <a:xfrm>
            <a:off x="2307882" y="3002386"/>
            <a:ext cx="104086" cy="104322"/>
          </a:xfrm>
          <a:custGeom>
            <a:avLst/>
            <a:gdLst/>
            <a:ahLst/>
            <a:cxnLst/>
            <a:rect l="l" t="t" r="r" b="b"/>
            <a:pathLst>
              <a:path w="3972" h="3981" fill="none" extrusionOk="0">
                <a:moveTo>
                  <a:pt x="1" y="1"/>
                </a:moveTo>
                <a:lnTo>
                  <a:pt x="3972" y="1"/>
                </a:lnTo>
                <a:lnTo>
                  <a:pt x="3972" y="3981"/>
                </a:lnTo>
                <a:lnTo>
                  <a:pt x="1" y="3981"/>
                </a:lnTo>
                <a:close/>
              </a:path>
            </a:pathLst>
          </a:custGeom>
          <a:noFill/>
          <a:ln w="297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5"/>
          <p:cNvSpPr/>
          <p:nvPr/>
        </p:nvSpPr>
        <p:spPr>
          <a:xfrm>
            <a:off x="6293004" y="835609"/>
            <a:ext cx="80476" cy="80476"/>
          </a:xfrm>
          <a:custGeom>
            <a:avLst/>
            <a:gdLst/>
            <a:ahLst/>
            <a:cxnLst/>
            <a:rect l="l" t="t" r="r" b="b"/>
            <a:pathLst>
              <a:path w="3071" h="3071" extrusionOk="0">
                <a:moveTo>
                  <a:pt x="1" y="1"/>
                </a:moveTo>
                <a:lnTo>
                  <a:pt x="1" y="3071"/>
                </a:lnTo>
                <a:lnTo>
                  <a:pt x="3071" y="3071"/>
                </a:lnTo>
                <a:lnTo>
                  <a:pt x="3071" y="1"/>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5"/>
          <p:cNvSpPr/>
          <p:nvPr/>
        </p:nvSpPr>
        <p:spPr>
          <a:xfrm>
            <a:off x="5969504" y="3118803"/>
            <a:ext cx="119993" cy="119966"/>
          </a:xfrm>
          <a:custGeom>
            <a:avLst/>
            <a:gdLst/>
            <a:ahLst/>
            <a:cxnLst/>
            <a:rect l="l" t="t" r="r" b="b"/>
            <a:pathLst>
              <a:path w="4579" h="4578" extrusionOk="0">
                <a:moveTo>
                  <a:pt x="1" y="0"/>
                </a:moveTo>
                <a:lnTo>
                  <a:pt x="1" y="4578"/>
                </a:lnTo>
                <a:lnTo>
                  <a:pt x="4578" y="4578"/>
                </a:lnTo>
                <a:lnTo>
                  <a:pt x="4578"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5"/>
          <p:cNvSpPr/>
          <p:nvPr/>
        </p:nvSpPr>
        <p:spPr>
          <a:xfrm>
            <a:off x="2924242" y="4302208"/>
            <a:ext cx="119993" cy="119993"/>
          </a:xfrm>
          <a:custGeom>
            <a:avLst/>
            <a:gdLst/>
            <a:ahLst/>
            <a:cxnLst/>
            <a:rect l="l" t="t" r="r" b="b"/>
            <a:pathLst>
              <a:path w="4579" h="4579" extrusionOk="0">
                <a:moveTo>
                  <a:pt x="0" y="1"/>
                </a:moveTo>
                <a:lnTo>
                  <a:pt x="0" y="4578"/>
                </a:lnTo>
                <a:lnTo>
                  <a:pt x="4578" y="4578"/>
                </a:lnTo>
                <a:lnTo>
                  <a:pt x="4578" y="1"/>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3" name="Google Shape;443;p25"/>
          <p:cNvGrpSpPr/>
          <p:nvPr/>
        </p:nvGrpSpPr>
        <p:grpSpPr>
          <a:xfrm>
            <a:off x="6232314" y="3696331"/>
            <a:ext cx="121434" cy="1073147"/>
            <a:chOff x="6232314" y="3696331"/>
            <a:chExt cx="121434" cy="1073147"/>
          </a:xfrm>
        </p:grpSpPr>
        <p:sp>
          <p:nvSpPr>
            <p:cNvPr id="444" name="Google Shape;444;p25"/>
            <p:cNvSpPr/>
            <p:nvPr/>
          </p:nvSpPr>
          <p:spPr>
            <a:xfrm>
              <a:off x="6232314" y="4648280"/>
              <a:ext cx="121434" cy="121198"/>
            </a:xfrm>
            <a:custGeom>
              <a:avLst/>
              <a:gdLst/>
              <a:ahLst/>
              <a:cxnLst/>
              <a:rect l="l" t="t" r="r" b="b"/>
              <a:pathLst>
                <a:path w="4634" h="4625" extrusionOk="0">
                  <a:moveTo>
                    <a:pt x="0" y="1"/>
                  </a:moveTo>
                  <a:lnTo>
                    <a:pt x="0" y="4624"/>
                  </a:lnTo>
                  <a:lnTo>
                    <a:pt x="4633" y="4624"/>
                  </a:lnTo>
                  <a:lnTo>
                    <a:pt x="4633"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25"/>
            <p:cNvSpPr/>
            <p:nvPr/>
          </p:nvSpPr>
          <p:spPr>
            <a:xfrm>
              <a:off x="6288681" y="3696331"/>
              <a:ext cx="8700" cy="872731"/>
            </a:xfrm>
            <a:custGeom>
              <a:avLst/>
              <a:gdLst/>
              <a:ahLst/>
              <a:cxnLst/>
              <a:rect l="l" t="t" r="r" b="b"/>
              <a:pathLst>
                <a:path w="332" h="33304" extrusionOk="0">
                  <a:moveTo>
                    <a:pt x="166" y="0"/>
                  </a:moveTo>
                  <a:lnTo>
                    <a:pt x="0" y="33304"/>
                  </a:lnTo>
                  <a:lnTo>
                    <a:pt x="331" y="33304"/>
                  </a:lnTo>
                  <a:lnTo>
                    <a:pt x="16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6" name="Google Shape;446;p25"/>
          <p:cNvGrpSpPr/>
          <p:nvPr/>
        </p:nvGrpSpPr>
        <p:grpSpPr>
          <a:xfrm>
            <a:off x="6780548" y="337714"/>
            <a:ext cx="133252" cy="1952377"/>
            <a:chOff x="6780548" y="337714"/>
            <a:chExt cx="133252" cy="1952377"/>
          </a:xfrm>
        </p:grpSpPr>
        <p:sp>
          <p:nvSpPr>
            <p:cNvPr id="447" name="Google Shape;447;p25"/>
            <p:cNvSpPr/>
            <p:nvPr/>
          </p:nvSpPr>
          <p:spPr>
            <a:xfrm>
              <a:off x="6780548" y="2156839"/>
              <a:ext cx="133252" cy="133252"/>
            </a:xfrm>
            <a:custGeom>
              <a:avLst/>
              <a:gdLst/>
              <a:ahLst/>
              <a:cxnLst/>
              <a:rect l="l" t="t" r="r" b="b"/>
              <a:pathLst>
                <a:path w="5085" h="5085" fill="none" extrusionOk="0">
                  <a:moveTo>
                    <a:pt x="1" y="1"/>
                  </a:moveTo>
                  <a:lnTo>
                    <a:pt x="5084" y="1"/>
                  </a:lnTo>
                  <a:lnTo>
                    <a:pt x="5084" y="5084"/>
                  </a:lnTo>
                  <a:lnTo>
                    <a:pt x="1" y="5084"/>
                  </a:lnTo>
                  <a:close/>
                </a:path>
              </a:pathLst>
            </a:custGeom>
            <a:noFill/>
            <a:ln w="41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5"/>
            <p:cNvSpPr/>
            <p:nvPr/>
          </p:nvSpPr>
          <p:spPr>
            <a:xfrm>
              <a:off x="6842943" y="337714"/>
              <a:ext cx="8464" cy="1695359"/>
            </a:xfrm>
            <a:custGeom>
              <a:avLst/>
              <a:gdLst/>
              <a:ahLst/>
              <a:cxnLst/>
              <a:rect l="l" t="t" r="r" b="b"/>
              <a:pathLst>
                <a:path w="323" h="64696" extrusionOk="0">
                  <a:moveTo>
                    <a:pt x="157" y="0"/>
                  </a:moveTo>
                  <a:lnTo>
                    <a:pt x="1" y="64695"/>
                  </a:lnTo>
                  <a:lnTo>
                    <a:pt x="322" y="64695"/>
                  </a:lnTo>
                  <a:lnTo>
                    <a:pt x="157"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9" name="Google Shape;449;p25"/>
          <p:cNvGrpSpPr/>
          <p:nvPr/>
        </p:nvGrpSpPr>
        <p:grpSpPr>
          <a:xfrm>
            <a:off x="1608717" y="1280046"/>
            <a:ext cx="199237" cy="2828935"/>
            <a:chOff x="1608717" y="1280046"/>
            <a:chExt cx="199237" cy="2828935"/>
          </a:xfrm>
        </p:grpSpPr>
        <p:sp>
          <p:nvSpPr>
            <p:cNvPr id="450" name="Google Shape;450;p25"/>
            <p:cNvSpPr/>
            <p:nvPr/>
          </p:nvSpPr>
          <p:spPr>
            <a:xfrm>
              <a:off x="1608717" y="3909744"/>
              <a:ext cx="199237" cy="199237"/>
            </a:xfrm>
            <a:custGeom>
              <a:avLst/>
              <a:gdLst/>
              <a:ahLst/>
              <a:cxnLst/>
              <a:rect l="l" t="t" r="r" b="b"/>
              <a:pathLst>
                <a:path w="7603" h="7603" extrusionOk="0">
                  <a:moveTo>
                    <a:pt x="0" y="1"/>
                  </a:moveTo>
                  <a:lnTo>
                    <a:pt x="0" y="7602"/>
                  </a:lnTo>
                  <a:lnTo>
                    <a:pt x="7602" y="7602"/>
                  </a:lnTo>
                  <a:lnTo>
                    <a:pt x="7602"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5"/>
            <p:cNvSpPr/>
            <p:nvPr/>
          </p:nvSpPr>
          <p:spPr>
            <a:xfrm>
              <a:off x="1656175" y="3269477"/>
              <a:ext cx="104086" cy="104086"/>
            </a:xfrm>
            <a:custGeom>
              <a:avLst/>
              <a:gdLst/>
              <a:ahLst/>
              <a:cxnLst/>
              <a:rect l="l" t="t" r="r" b="b"/>
              <a:pathLst>
                <a:path w="3972" h="3972" extrusionOk="0">
                  <a:moveTo>
                    <a:pt x="0" y="1"/>
                  </a:moveTo>
                  <a:lnTo>
                    <a:pt x="0" y="3972"/>
                  </a:lnTo>
                  <a:lnTo>
                    <a:pt x="3971" y="3972"/>
                  </a:lnTo>
                  <a:lnTo>
                    <a:pt x="3971"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5"/>
            <p:cNvSpPr/>
            <p:nvPr/>
          </p:nvSpPr>
          <p:spPr>
            <a:xfrm>
              <a:off x="1704104" y="1280046"/>
              <a:ext cx="8464" cy="1794099"/>
            </a:xfrm>
            <a:custGeom>
              <a:avLst/>
              <a:gdLst/>
              <a:ahLst/>
              <a:cxnLst/>
              <a:rect l="l" t="t" r="r" b="b"/>
              <a:pathLst>
                <a:path w="323" h="68464" extrusionOk="0">
                  <a:moveTo>
                    <a:pt x="157" y="0"/>
                  </a:moveTo>
                  <a:lnTo>
                    <a:pt x="0" y="68464"/>
                  </a:lnTo>
                  <a:lnTo>
                    <a:pt x="322" y="68464"/>
                  </a:lnTo>
                  <a:lnTo>
                    <a:pt x="157"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3" name="Google Shape;453;p25"/>
          <p:cNvSpPr/>
          <p:nvPr/>
        </p:nvSpPr>
        <p:spPr>
          <a:xfrm>
            <a:off x="2355692" y="3696328"/>
            <a:ext cx="8464" cy="2519663"/>
          </a:xfrm>
          <a:custGeom>
            <a:avLst/>
            <a:gdLst/>
            <a:ahLst/>
            <a:cxnLst/>
            <a:rect l="l" t="t" r="r" b="b"/>
            <a:pathLst>
              <a:path w="323" h="96152" extrusionOk="0">
                <a:moveTo>
                  <a:pt x="166" y="1"/>
                </a:moveTo>
                <a:lnTo>
                  <a:pt x="1" y="96151"/>
                </a:lnTo>
                <a:lnTo>
                  <a:pt x="322" y="96151"/>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5"/>
          <p:cNvSpPr/>
          <p:nvPr/>
        </p:nvSpPr>
        <p:spPr>
          <a:xfrm>
            <a:off x="7446601" y="3454956"/>
            <a:ext cx="8464" cy="1689096"/>
          </a:xfrm>
          <a:custGeom>
            <a:avLst/>
            <a:gdLst/>
            <a:ahLst/>
            <a:cxnLst/>
            <a:rect l="l" t="t" r="r" b="b"/>
            <a:pathLst>
              <a:path w="323" h="64457" extrusionOk="0">
                <a:moveTo>
                  <a:pt x="157" y="1"/>
                </a:moveTo>
                <a:lnTo>
                  <a:pt x="0" y="64456"/>
                </a:lnTo>
                <a:lnTo>
                  <a:pt x="322" y="64456"/>
                </a:lnTo>
                <a:lnTo>
                  <a:pt x="157"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5" name="Google Shape;455;p25"/>
          <p:cNvGrpSpPr/>
          <p:nvPr/>
        </p:nvGrpSpPr>
        <p:grpSpPr>
          <a:xfrm>
            <a:off x="8008096" y="2108910"/>
            <a:ext cx="199001" cy="2139769"/>
            <a:chOff x="8008096" y="2108910"/>
            <a:chExt cx="199001" cy="2139769"/>
          </a:xfrm>
        </p:grpSpPr>
        <p:sp>
          <p:nvSpPr>
            <p:cNvPr id="456" name="Google Shape;456;p25"/>
            <p:cNvSpPr/>
            <p:nvPr/>
          </p:nvSpPr>
          <p:spPr>
            <a:xfrm>
              <a:off x="8008096" y="4049705"/>
              <a:ext cx="199001" cy="198975"/>
            </a:xfrm>
            <a:custGeom>
              <a:avLst/>
              <a:gdLst/>
              <a:ahLst/>
              <a:cxnLst/>
              <a:rect l="l" t="t" r="r" b="b"/>
              <a:pathLst>
                <a:path w="7594" h="7593" extrusionOk="0">
                  <a:moveTo>
                    <a:pt x="1" y="0"/>
                  </a:moveTo>
                  <a:lnTo>
                    <a:pt x="1" y="7593"/>
                  </a:lnTo>
                  <a:lnTo>
                    <a:pt x="7593" y="7593"/>
                  </a:lnTo>
                  <a:lnTo>
                    <a:pt x="7593"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25"/>
            <p:cNvSpPr/>
            <p:nvPr/>
          </p:nvSpPr>
          <p:spPr>
            <a:xfrm>
              <a:off x="8103246" y="2108910"/>
              <a:ext cx="8464" cy="1793863"/>
            </a:xfrm>
            <a:custGeom>
              <a:avLst/>
              <a:gdLst/>
              <a:ahLst/>
              <a:cxnLst/>
              <a:rect l="l" t="t" r="r" b="b"/>
              <a:pathLst>
                <a:path w="323" h="68455" extrusionOk="0">
                  <a:moveTo>
                    <a:pt x="166" y="1"/>
                  </a:moveTo>
                  <a:lnTo>
                    <a:pt x="0" y="68455"/>
                  </a:lnTo>
                  <a:lnTo>
                    <a:pt x="322" y="68455"/>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8" name="Google Shape;458;p25"/>
          <p:cNvGrpSpPr/>
          <p:nvPr/>
        </p:nvGrpSpPr>
        <p:grpSpPr>
          <a:xfrm>
            <a:off x="4472500" y="3928605"/>
            <a:ext cx="199001" cy="867198"/>
            <a:chOff x="4475150" y="4052605"/>
            <a:chExt cx="199001" cy="867198"/>
          </a:xfrm>
        </p:grpSpPr>
        <p:sp>
          <p:nvSpPr>
            <p:cNvPr id="459" name="Google Shape;459;p25"/>
            <p:cNvSpPr/>
            <p:nvPr/>
          </p:nvSpPr>
          <p:spPr>
            <a:xfrm>
              <a:off x="4475150" y="4052605"/>
              <a:ext cx="199001" cy="220121"/>
            </a:xfrm>
            <a:custGeom>
              <a:avLst/>
              <a:gdLst/>
              <a:ahLst/>
              <a:cxnLst/>
              <a:rect l="l" t="t" r="r" b="b"/>
              <a:pathLst>
                <a:path w="7594" h="7593" extrusionOk="0">
                  <a:moveTo>
                    <a:pt x="1" y="0"/>
                  </a:moveTo>
                  <a:lnTo>
                    <a:pt x="1" y="7593"/>
                  </a:lnTo>
                  <a:lnTo>
                    <a:pt x="7593" y="7593"/>
                  </a:lnTo>
                  <a:lnTo>
                    <a:pt x="7593"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5"/>
            <p:cNvSpPr/>
            <p:nvPr/>
          </p:nvSpPr>
          <p:spPr>
            <a:xfrm>
              <a:off x="4522600" y="4494201"/>
              <a:ext cx="104095" cy="115148"/>
            </a:xfrm>
            <a:custGeom>
              <a:avLst/>
              <a:gdLst/>
              <a:ahLst/>
              <a:cxnLst/>
              <a:rect l="l" t="t" r="r" b="b"/>
              <a:pathLst>
                <a:path w="7594" h="7593" extrusionOk="0">
                  <a:moveTo>
                    <a:pt x="1" y="0"/>
                  </a:moveTo>
                  <a:lnTo>
                    <a:pt x="1" y="7593"/>
                  </a:lnTo>
                  <a:lnTo>
                    <a:pt x="7593" y="7593"/>
                  </a:lnTo>
                  <a:lnTo>
                    <a:pt x="7593"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5"/>
            <p:cNvSpPr/>
            <p:nvPr/>
          </p:nvSpPr>
          <p:spPr>
            <a:xfrm>
              <a:off x="4534403" y="4830814"/>
              <a:ext cx="80477" cy="88990"/>
            </a:xfrm>
            <a:custGeom>
              <a:avLst/>
              <a:gdLst/>
              <a:ahLst/>
              <a:cxnLst/>
              <a:rect l="l" t="t" r="r" b="b"/>
              <a:pathLst>
                <a:path w="7594" h="7593" extrusionOk="0">
                  <a:moveTo>
                    <a:pt x="1" y="0"/>
                  </a:moveTo>
                  <a:lnTo>
                    <a:pt x="1" y="7593"/>
                  </a:lnTo>
                  <a:lnTo>
                    <a:pt x="7593" y="7593"/>
                  </a:lnTo>
                  <a:lnTo>
                    <a:pt x="7593"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26"/>
          <p:cNvSpPr txBox="1">
            <a:spLocks noGrp="1"/>
          </p:cNvSpPr>
          <p:nvPr>
            <p:ph type="body" idx="1"/>
          </p:nvPr>
        </p:nvSpPr>
        <p:spPr>
          <a:xfrm>
            <a:off x="597375" y="1063525"/>
            <a:ext cx="3932095" cy="3786900"/>
          </a:xfrm>
          <a:prstGeom prst="rect">
            <a:avLst/>
          </a:prstGeom>
        </p:spPr>
        <p:txBody>
          <a:bodyPr spcFirstLastPara="1" wrap="square" lIns="91425" tIns="91425" rIns="91425" bIns="91425" anchor="t" anchorCtr="0">
            <a:noAutofit/>
          </a:bodyPr>
          <a:lstStyle/>
          <a:p>
            <a:pPr marL="0" lvl="0" indent="0">
              <a:spcBef>
                <a:spcPts val="1600"/>
              </a:spcBef>
              <a:spcAft>
                <a:spcPts val="1600"/>
              </a:spcAft>
              <a:buNone/>
            </a:pPr>
            <a:r>
              <a:rPr lang="fr-FR" dirty="0"/>
              <a:t>La courbe ROC </a:t>
            </a:r>
            <a:r>
              <a:rPr lang="fr-FR" dirty="0" smtClean="0"/>
              <a:t>est </a:t>
            </a:r>
            <a:r>
              <a:rPr lang="fr-FR" dirty="0"/>
              <a:t>un graphique qui illustre les performances d'un test ou d'un </a:t>
            </a:r>
            <a:r>
              <a:rPr lang="fr-FR" dirty="0" err="1"/>
              <a:t>classifieur</a:t>
            </a:r>
            <a:r>
              <a:rPr lang="fr-FR" dirty="0"/>
              <a:t>. Elle est construite en reliant les points représentant les taux de vérités positives (TPR) et de faux positifs (FPR) pour différentes valeurs de la valeur de décision ou du seuil de </a:t>
            </a:r>
            <a:r>
              <a:rPr lang="fr-FR" dirty="0" smtClean="0"/>
              <a:t>score.</a:t>
            </a:r>
          </a:p>
          <a:p>
            <a:pPr marL="0" lvl="0" indent="0">
              <a:spcBef>
                <a:spcPts val="1600"/>
              </a:spcBef>
              <a:spcAft>
                <a:spcPts val="1600"/>
              </a:spcAft>
              <a:buNone/>
            </a:pPr>
            <a:r>
              <a:rPr lang="fr-FR" dirty="0" smtClean="0"/>
              <a:t>Les </a:t>
            </a:r>
            <a:r>
              <a:rPr lang="fr-FR" dirty="0"/>
              <a:t>taux de vérités positives (TPR) et de faux positifs (FPR) sont définis comme suit :</a:t>
            </a:r>
          </a:p>
          <a:p>
            <a:r>
              <a:rPr lang="fr-FR" dirty="0"/>
              <a:t>Taux de vérités positives (TPR) : Proportion de patients réels positifs qui ont été correctement identifiés par le test.</a:t>
            </a:r>
          </a:p>
          <a:p>
            <a:r>
              <a:rPr lang="fr-FR" dirty="0"/>
              <a:t>Taux de faux positifs (FPR) : Proportion de patients réels négatifs qui ont été incorrectement identifiés par le test comme positifs.</a:t>
            </a:r>
          </a:p>
          <a:p>
            <a:pPr marL="0" lvl="0" indent="0">
              <a:spcBef>
                <a:spcPts val="1600"/>
              </a:spcBef>
              <a:spcAft>
                <a:spcPts val="1600"/>
              </a:spcAft>
              <a:buNone/>
            </a:pPr>
            <a:endParaRPr dirty="0"/>
          </a:p>
        </p:txBody>
      </p:sp>
      <p:sp>
        <p:nvSpPr>
          <p:cNvPr id="467" name="Google Shape;467;p26"/>
          <p:cNvSpPr txBox="1">
            <a:spLocks noGrp="1"/>
          </p:cNvSpPr>
          <p:nvPr>
            <p:ph type="ctrTitle"/>
          </p:nvPr>
        </p:nvSpPr>
        <p:spPr>
          <a:xfrm>
            <a:off x="618825" y="411675"/>
            <a:ext cx="47277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smtClean="0"/>
              <a:t>Courbe Roc</a:t>
            </a:r>
            <a:endParaRPr dirty="0"/>
          </a:p>
        </p:txBody>
      </p:sp>
      <p:pic>
        <p:nvPicPr>
          <p:cNvPr id="1026" name="Picture 2" descr="Tutoriel : Comment lire une courbe ROC et interpréter son AUC ? - IDB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4009" y="1063525"/>
            <a:ext cx="3596584" cy="369986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26"/>
          <p:cNvSpPr txBox="1">
            <a:spLocks noGrp="1"/>
          </p:cNvSpPr>
          <p:nvPr>
            <p:ph type="body" idx="1"/>
          </p:nvPr>
        </p:nvSpPr>
        <p:spPr>
          <a:xfrm>
            <a:off x="597375" y="1063525"/>
            <a:ext cx="3932095" cy="3786900"/>
          </a:xfrm>
          <a:prstGeom prst="rect">
            <a:avLst/>
          </a:prstGeom>
        </p:spPr>
        <p:txBody>
          <a:bodyPr spcFirstLastPara="1" wrap="square" lIns="91425" tIns="91425" rIns="91425" bIns="91425" anchor="t" anchorCtr="0">
            <a:noAutofit/>
          </a:bodyPr>
          <a:lstStyle/>
          <a:p>
            <a:pPr marL="152400" indent="0">
              <a:buNone/>
            </a:pPr>
            <a:r>
              <a:rPr lang="fr-FR" b="1" dirty="0" smtClean="0">
                <a:solidFill>
                  <a:schemeClr val="accent1">
                    <a:lumMod val="75000"/>
                  </a:schemeClr>
                </a:solidFill>
                <a:latin typeface="Söhne"/>
              </a:rPr>
              <a:t>Aire </a:t>
            </a:r>
            <a:r>
              <a:rPr lang="fr-FR" b="1" dirty="0">
                <a:solidFill>
                  <a:schemeClr val="accent1">
                    <a:lumMod val="75000"/>
                  </a:schemeClr>
                </a:solidFill>
                <a:latin typeface="Söhne"/>
              </a:rPr>
              <a:t>sous la Courbe ROC (AUC-ROC) :</a:t>
            </a:r>
            <a:endParaRPr lang="fr-FR" dirty="0">
              <a:solidFill>
                <a:schemeClr val="accent1">
                  <a:lumMod val="75000"/>
                </a:schemeClr>
              </a:solidFill>
              <a:latin typeface="Söhne"/>
            </a:endParaRPr>
          </a:p>
          <a:p>
            <a:pPr>
              <a:buFont typeface="Arial" panose="020B0604020202020204" pitchFamily="34" charset="0"/>
              <a:buChar char="•"/>
            </a:pPr>
            <a:r>
              <a:rPr lang="fr-FR" dirty="0"/>
              <a:t>L'AUC-ROC évalue l'étendue sous la courbe ROC. Un score proche de 1 traduit une excellente performance du modèle, tandis qu'un score proche de 0.5 suggère une performance équivalente à une prédiction aléatoire</a:t>
            </a:r>
            <a:r>
              <a:rPr lang="fr-FR" dirty="0" smtClean="0"/>
              <a:t>.</a:t>
            </a:r>
          </a:p>
          <a:p>
            <a:pPr marL="152400" indent="0">
              <a:buNone/>
            </a:pPr>
            <a:endParaRPr lang="fr-FR" dirty="0" smtClean="0"/>
          </a:p>
          <a:p>
            <a:pPr marL="152400" indent="0">
              <a:buNone/>
            </a:pPr>
            <a:r>
              <a:rPr lang="fr-FR" b="1" dirty="0" smtClean="0">
                <a:solidFill>
                  <a:schemeClr val="accent1">
                    <a:lumMod val="75000"/>
                  </a:schemeClr>
                </a:solidFill>
                <a:latin typeface="Söhne"/>
              </a:rPr>
              <a:t>Utilisation de la courbe ROC dans notre vie : </a:t>
            </a:r>
          </a:p>
          <a:p>
            <a:pPr marL="152400" indent="0">
              <a:buNone/>
            </a:pPr>
            <a:endParaRPr lang="en-US" b="1" dirty="0">
              <a:solidFill>
                <a:schemeClr val="accent1">
                  <a:lumMod val="75000"/>
                </a:schemeClr>
              </a:solidFill>
              <a:latin typeface="Söhne"/>
            </a:endParaRPr>
          </a:p>
          <a:p>
            <a:pPr>
              <a:buFont typeface="Arial" panose="020B0604020202020204" pitchFamily="34" charset="0"/>
              <a:buChar char="•"/>
            </a:pPr>
            <a:r>
              <a:rPr lang="en-US" dirty="0" smtClean="0">
                <a:solidFill>
                  <a:schemeClr val="bg1"/>
                </a:solidFill>
                <a:latin typeface="Maven Pro" panose="020B0604020202020204" charset="0"/>
              </a:rPr>
              <a:t>Diagnostic medical </a:t>
            </a:r>
          </a:p>
          <a:p>
            <a:pPr>
              <a:buFont typeface="Arial" panose="020B0604020202020204" pitchFamily="34" charset="0"/>
              <a:buChar char="•"/>
            </a:pPr>
            <a:r>
              <a:rPr lang="en-US" dirty="0" smtClean="0">
                <a:solidFill>
                  <a:schemeClr val="bg1"/>
                </a:solidFill>
                <a:latin typeface="Maven Pro" panose="020B0604020202020204" charset="0"/>
              </a:rPr>
              <a:t>Evaluation des modèles prédicitifs </a:t>
            </a:r>
          </a:p>
          <a:p>
            <a:pPr>
              <a:buFont typeface="Arial" panose="020B0604020202020204" pitchFamily="34" charset="0"/>
              <a:buChar char="•"/>
            </a:pPr>
            <a:r>
              <a:rPr lang="en-US" dirty="0" smtClean="0">
                <a:solidFill>
                  <a:schemeClr val="bg1"/>
                </a:solidFill>
                <a:latin typeface="Maven Pro" panose="020B0604020202020204" charset="0"/>
              </a:rPr>
              <a:t>Selection de caractèristiques </a:t>
            </a:r>
          </a:p>
          <a:p>
            <a:pPr>
              <a:buFont typeface="Arial" panose="020B0604020202020204" pitchFamily="34" charset="0"/>
              <a:buChar char="•"/>
            </a:pPr>
            <a:r>
              <a:rPr lang="en-US" dirty="0" smtClean="0">
                <a:solidFill>
                  <a:schemeClr val="bg1"/>
                </a:solidFill>
                <a:latin typeface="Maven Pro" panose="020B0604020202020204" charset="0"/>
              </a:rPr>
              <a:t>Tests de sécurité</a:t>
            </a:r>
            <a:endParaRPr lang="fr-FR" dirty="0">
              <a:solidFill>
                <a:schemeClr val="bg1"/>
              </a:solidFill>
              <a:latin typeface="Maven Pro" panose="020B0604020202020204" charset="0"/>
            </a:endParaRPr>
          </a:p>
        </p:txBody>
      </p:sp>
      <p:sp>
        <p:nvSpPr>
          <p:cNvPr id="467" name="Google Shape;467;p26"/>
          <p:cNvSpPr txBox="1">
            <a:spLocks noGrp="1"/>
          </p:cNvSpPr>
          <p:nvPr>
            <p:ph type="ctrTitle"/>
          </p:nvPr>
        </p:nvSpPr>
        <p:spPr>
          <a:xfrm>
            <a:off x="618825" y="411675"/>
            <a:ext cx="47277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smtClean="0"/>
              <a:t>Courbe Roc</a:t>
            </a:r>
            <a:endParaRPr dirty="0"/>
          </a:p>
        </p:txBody>
      </p:sp>
      <p:pic>
        <p:nvPicPr>
          <p:cNvPr id="1026" name="Picture 2" descr="Tutoriel : Comment lire une courbe ROC et interpréter son AUC ? - IDB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4009" y="1063525"/>
            <a:ext cx="3596584" cy="36998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18170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26"/>
          <p:cNvSpPr txBox="1">
            <a:spLocks noGrp="1"/>
          </p:cNvSpPr>
          <p:nvPr>
            <p:ph type="body" idx="1"/>
          </p:nvPr>
        </p:nvSpPr>
        <p:spPr>
          <a:xfrm>
            <a:off x="597375" y="1063525"/>
            <a:ext cx="3932095" cy="3786900"/>
          </a:xfrm>
          <a:prstGeom prst="rect">
            <a:avLst/>
          </a:prstGeom>
        </p:spPr>
        <p:txBody>
          <a:bodyPr spcFirstLastPara="1" wrap="square" lIns="91425" tIns="91425" rIns="91425" bIns="91425" anchor="t" anchorCtr="0">
            <a:noAutofit/>
          </a:bodyPr>
          <a:lstStyle/>
          <a:p>
            <a:pPr marL="0" lvl="0" indent="0">
              <a:spcBef>
                <a:spcPts val="1600"/>
              </a:spcBef>
              <a:spcAft>
                <a:spcPts val="1600"/>
              </a:spcAft>
              <a:buNone/>
            </a:pPr>
            <a:r>
              <a:rPr lang="fr-FR" dirty="0"/>
              <a:t>La courbe ROC </a:t>
            </a:r>
            <a:r>
              <a:rPr lang="fr-FR" dirty="0" smtClean="0"/>
              <a:t>est </a:t>
            </a:r>
            <a:r>
              <a:rPr lang="fr-FR" dirty="0"/>
              <a:t>un graphique qui illustre les performances d'un test ou d'un </a:t>
            </a:r>
            <a:r>
              <a:rPr lang="fr-FR" dirty="0" err="1"/>
              <a:t>classifieur</a:t>
            </a:r>
            <a:r>
              <a:rPr lang="fr-FR" dirty="0"/>
              <a:t>. Elle est construite en reliant les points représentant les taux de vérités positives (TPR) et de faux positifs (FPR) pour différentes valeurs de la valeur de décision ou du seuil de </a:t>
            </a:r>
            <a:r>
              <a:rPr lang="fr-FR" dirty="0" smtClean="0"/>
              <a:t>score.</a:t>
            </a:r>
          </a:p>
          <a:p>
            <a:pPr marL="0" lvl="0" indent="0">
              <a:spcBef>
                <a:spcPts val="1600"/>
              </a:spcBef>
              <a:spcAft>
                <a:spcPts val="1600"/>
              </a:spcAft>
              <a:buNone/>
            </a:pPr>
            <a:r>
              <a:rPr lang="fr-FR" dirty="0" smtClean="0"/>
              <a:t>Les </a:t>
            </a:r>
            <a:r>
              <a:rPr lang="fr-FR" dirty="0"/>
              <a:t>taux de vérités positives (TPR) et de faux positifs (FPR) sont définis comme suit :</a:t>
            </a:r>
          </a:p>
          <a:p>
            <a:r>
              <a:rPr lang="fr-FR" dirty="0"/>
              <a:t>Taux de vérités positives (TPR) : Proportion de patients réels positifs qui ont été correctement identifiés par le test.</a:t>
            </a:r>
          </a:p>
          <a:p>
            <a:r>
              <a:rPr lang="fr-FR" dirty="0"/>
              <a:t>Taux de faux positifs (FPR) : Proportion de patients réels négatifs qui ont été incorrectement identifiés par le test comme positifs.</a:t>
            </a:r>
          </a:p>
          <a:p>
            <a:pPr marL="0" lvl="0" indent="0">
              <a:spcBef>
                <a:spcPts val="1600"/>
              </a:spcBef>
              <a:spcAft>
                <a:spcPts val="1600"/>
              </a:spcAft>
              <a:buNone/>
            </a:pPr>
            <a:endParaRPr dirty="0"/>
          </a:p>
        </p:txBody>
      </p:sp>
      <p:sp>
        <p:nvSpPr>
          <p:cNvPr id="467" name="Google Shape;467;p26"/>
          <p:cNvSpPr txBox="1">
            <a:spLocks noGrp="1"/>
          </p:cNvSpPr>
          <p:nvPr>
            <p:ph type="ctrTitle"/>
          </p:nvPr>
        </p:nvSpPr>
        <p:spPr>
          <a:xfrm>
            <a:off x="618825" y="411675"/>
            <a:ext cx="47277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smtClean="0"/>
              <a:t>Courbe Roc</a:t>
            </a:r>
            <a:endParaRPr dirty="0"/>
          </a:p>
        </p:txBody>
      </p:sp>
      <p:pic>
        <p:nvPicPr>
          <p:cNvPr id="1026" name="Picture 2" descr="Tutoriel : Comment lire une courbe ROC et interpréter son AUC ? - IDB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4009" y="1063525"/>
            <a:ext cx="3596584" cy="36998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12861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26"/>
          <p:cNvSpPr txBox="1">
            <a:spLocks noGrp="1"/>
          </p:cNvSpPr>
          <p:nvPr>
            <p:ph type="body" idx="1"/>
          </p:nvPr>
        </p:nvSpPr>
        <p:spPr>
          <a:xfrm>
            <a:off x="597375" y="1063525"/>
            <a:ext cx="3932095" cy="3786900"/>
          </a:xfrm>
          <a:prstGeom prst="rect">
            <a:avLst/>
          </a:prstGeom>
        </p:spPr>
        <p:txBody>
          <a:bodyPr spcFirstLastPara="1" wrap="square" lIns="91425" tIns="91425" rIns="91425" bIns="91425" anchor="t" anchorCtr="0">
            <a:noAutofit/>
          </a:bodyPr>
          <a:lstStyle/>
          <a:p>
            <a:pPr marL="0" lvl="0" indent="0">
              <a:spcBef>
                <a:spcPts val="1600"/>
              </a:spcBef>
              <a:spcAft>
                <a:spcPts val="1600"/>
              </a:spcAft>
              <a:buNone/>
            </a:pPr>
            <a:r>
              <a:rPr lang="fr-FR" dirty="0"/>
              <a:t>est un outil d'évaluation </a:t>
            </a:r>
            <a:r>
              <a:rPr lang="fr-FR" dirty="0" smtClean="0"/>
              <a:t>, en </a:t>
            </a:r>
            <a:r>
              <a:rPr lang="fr-FR" dirty="0"/>
              <a:t>particulier dans le contexte des modèles de classification. Elle permet de comparer les performances d'un modèle prédictif par rapport à une prédiction aléatoire ou à un modèle </a:t>
            </a:r>
            <a:r>
              <a:rPr lang="fr-FR" dirty="0" smtClean="0"/>
              <a:t>de base ,</a:t>
            </a:r>
          </a:p>
          <a:p>
            <a:pPr marL="0" lvl="0" indent="0">
              <a:spcBef>
                <a:spcPts val="1600"/>
              </a:spcBef>
              <a:spcAft>
                <a:spcPts val="1600"/>
              </a:spcAft>
              <a:buNone/>
            </a:pPr>
            <a:r>
              <a:rPr lang="fr-FR" dirty="0" smtClean="0">
                <a:solidFill>
                  <a:schemeClr val="accent1">
                    <a:lumMod val="75000"/>
                  </a:schemeClr>
                </a:solidFill>
                <a:latin typeface="Söhne"/>
              </a:rPr>
              <a:t>Interprétation </a:t>
            </a:r>
            <a:r>
              <a:rPr lang="fr-FR" dirty="0">
                <a:solidFill>
                  <a:schemeClr val="accent1">
                    <a:lumMod val="75000"/>
                  </a:schemeClr>
                </a:solidFill>
                <a:latin typeface="Söhne"/>
              </a:rPr>
              <a:t>de la courbe de </a:t>
            </a:r>
            <a:r>
              <a:rPr lang="fr-FR" dirty="0" smtClean="0">
                <a:solidFill>
                  <a:schemeClr val="accent1">
                    <a:lumMod val="75000"/>
                  </a:schemeClr>
                </a:solidFill>
                <a:latin typeface="Söhne"/>
              </a:rPr>
              <a:t>lift</a:t>
            </a:r>
          </a:p>
          <a:p>
            <a:pPr marL="0" lvl="0" indent="0">
              <a:spcBef>
                <a:spcPts val="1600"/>
              </a:spcBef>
              <a:spcAft>
                <a:spcPts val="1600"/>
              </a:spcAft>
              <a:buNone/>
            </a:pPr>
            <a:r>
              <a:rPr lang="fr-FR" dirty="0"/>
              <a:t>Les lignes out-of-bag représentent la réponse attendue en utilisant le modèle prédictif. Le lift correspond au rapport entre le pourcentage des gains et le résultat aléatoire attendu. La ligne de référence pointillée représente un lift cumulé de 1, ce qui signifie qu'il n'y a pas de gain par rapport à l'affectation aléatoire.</a:t>
            </a:r>
            <a:r>
              <a:rPr lang="fr-FR" dirty="0"/>
              <a:t/>
            </a:r>
            <a:br>
              <a:rPr lang="fr-FR" dirty="0"/>
            </a:br>
            <a:endParaRPr lang="fr-FR" dirty="0" smtClean="0">
              <a:solidFill>
                <a:schemeClr val="accent1">
                  <a:lumMod val="75000"/>
                </a:schemeClr>
              </a:solidFill>
              <a:latin typeface="Söhne"/>
            </a:endParaRPr>
          </a:p>
          <a:p>
            <a:pPr marL="0" indent="0">
              <a:spcBef>
                <a:spcPts val="1600"/>
              </a:spcBef>
              <a:spcAft>
                <a:spcPts val="1600"/>
              </a:spcAft>
              <a:buNone/>
            </a:pPr>
            <a:endParaRPr lang="fr-FR" dirty="0">
              <a:solidFill>
                <a:schemeClr val="accent1">
                  <a:lumMod val="75000"/>
                </a:schemeClr>
              </a:solidFill>
              <a:latin typeface="Söhne"/>
            </a:endParaRPr>
          </a:p>
          <a:p>
            <a:pPr marL="0" lvl="0" indent="0">
              <a:spcBef>
                <a:spcPts val="1600"/>
              </a:spcBef>
              <a:spcAft>
                <a:spcPts val="1600"/>
              </a:spcAft>
              <a:buNone/>
            </a:pPr>
            <a:endParaRPr lang="fr-FR" dirty="0"/>
          </a:p>
          <a:p>
            <a:pPr marL="0" lvl="0" indent="0">
              <a:spcBef>
                <a:spcPts val="1600"/>
              </a:spcBef>
              <a:spcAft>
                <a:spcPts val="1600"/>
              </a:spcAft>
              <a:buNone/>
            </a:pPr>
            <a:endParaRPr dirty="0"/>
          </a:p>
        </p:txBody>
      </p:sp>
      <p:sp>
        <p:nvSpPr>
          <p:cNvPr id="467" name="Google Shape;467;p26"/>
          <p:cNvSpPr txBox="1">
            <a:spLocks noGrp="1"/>
          </p:cNvSpPr>
          <p:nvPr>
            <p:ph type="ctrTitle"/>
          </p:nvPr>
        </p:nvSpPr>
        <p:spPr>
          <a:xfrm>
            <a:off x="618825" y="411675"/>
            <a:ext cx="47277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smtClean="0"/>
              <a:t>Courbe LIFT</a:t>
            </a:r>
            <a:endParaRPr dirty="0"/>
          </a:p>
        </p:txBody>
      </p:sp>
      <p:pic>
        <p:nvPicPr>
          <p:cNvPr id="2" name="Picture 1"/>
          <p:cNvPicPr>
            <a:picLocks noChangeAspect="1"/>
          </p:cNvPicPr>
          <p:nvPr/>
        </p:nvPicPr>
        <p:blipFill>
          <a:blip r:embed="rId3"/>
          <a:stretch>
            <a:fillRect/>
          </a:stretch>
        </p:blipFill>
        <p:spPr>
          <a:xfrm>
            <a:off x="4876801" y="1396375"/>
            <a:ext cx="3979440" cy="2804403"/>
          </a:xfrm>
          <a:prstGeom prst="rect">
            <a:avLst/>
          </a:prstGeom>
        </p:spPr>
      </p:pic>
    </p:spTree>
    <p:extLst>
      <p:ext uri="{BB962C8B-B14F-4D97-AF65-F5344CB8AC3E}">
        <p14:creationId xmlns:p14="http://schemas.microsoft.com/office/powerpoint/2010/main" val="14031760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26"/>
          <p:cNvSpPr txBox="1">
            <a:spLocks noGrp="1"/>
          </p:cNvSpPr>
          <p:nvPr>
            <p:ph type="body" idx="1"/>
          </p:nvPr>
        </p:nvSpPr>
        <p:spPr>
          <a:xfrm>
            <a:off x="597375" y="1063525"/>
            <a:ext cx="3932095" cy="3786900"/>
          </a:xfrm>
          <a:prstGeom prst="rect">
            <a:avLst/>
          </a:prstGeom>
        </p:spPr>
        <p:txBody>
          <a:bodyPr spcFirstLastPara="1" wrap="square" lIns="91425" tIns="91425" rIns="91425" bIns="91425" anchor="t" anchorCtr="0">
            <a:noAutofit/>
          </a:bodyPr>
          <a:lstStyle/>
          <a:p>
            <a:pPr marL="0" lvl="0" indent="0">
              <a:spcBef>
                <a:spcPts val="1600"/>
              </a:spcBef>
              <a:spcAft>
                <a:spcPts val="1600"/>
              </a:spcAft>
              <a:buNone/>
            </a:pPr>
            <a:r>
              <a:rPr lang="fr-FR" dirty="0" smtClean="0">
                <a:solidFill>
                  <a:schemeClr val="accent1">
                    <a:lumMod val="75000"/>
                  </a:schemeClr>
                </a:solidFill>
                <a:latin typeface="Söhne"/>
              </a:rPr>
              <a:t>Utilisation </a:t>
            </a:r>
            <a:r>
              <a:rPr lang="fr-FR" dirty="0">
                <a:solidFill>
                  <a:schemeClr val="accent1">
                    <a:lumMod val="75000"/>
                  </a:schemeClr>
                </a:solidFill>
                <a:latin typeface="Söhne"/>
              </a:rPr>
              <a:t>de la courbe de </a:t>
            </a:r>
            <a:r>
              <a:rPr lang="fr-FR" dirty="0" smtClean="0">
                <a:solidFill>
                  <a:schemeClr val="accent1">
                    <a:lumMod val="75000"/>
                  </a:schemeClr>
                </a:solidFill>
                <a:latin typeface="Söhne"/>
              </a:rPr>
              <a:t>lift</a:t>
            </a:r>
          </a:p>
          <a:p>
            <a:pPr marL="171450" lvl="0" indent="-171450">
              <a:spcBef>
                <a:spcPts val="1600"/>
              </a:spcBef>
              <a:spcAft>
                <a:spcPts val="1600"/>
              </a:spcAft>
              <a:buFont typeface="Arial" panose="020B0604020202020204" pitchFamily="34" charset="0"/>
              <a:buChar char="•"/>
            </a:pPr>
            <a:r>
              <a:rPr lang="en-US" dirty="0" err="1"/>
              <a:t>Optimisation</a:t>
            </a:r>
            <a:r>
              <a:rPr lang="en-US" dirty="0"/>
              <a:t> des </a:t>
            </a:r>
            <a:r>
              <a:rPr lang="en-US" dirty="0" err="1" smtClean="0"/>
              <a:t>ressources</a:t>
            </a:r>
            <a:r>
              <a:rPr lang="en-US" dirty="0" smtClean="0"/>
              <a:t> </a:t>
            </a:r>
            <a:endParaRPr lang="en-US" dirty="0"/>
          </a:p>
          <a:p>
            <a:pPr marL="171450" lvl="0" indent="-171450">
              <a:spcBef>
                <a:spcPts val="1600"/>
              </a:spcBef>
              <a:spcAft>
                <a:spcPts val="1600"/>
              </a:spcAft>
              <a:buFont typeface="Arial" panose="020B0604020202020204" pitchFamily="34" charset="0"/>
              <a:buChar char="•"/>
            </a:pPr>
            <a:r>
              <a:rPr lang="en-US" dirty="0" err="1"/>
              <a:t>Évaluation</a:t>
            </a:r>
            <a:r>
              <a:rPr lang="en-US" dirty="0"/>
              <a:t> des compagnes marketing </a:t>
            </a:r>
          </a:p>
          <a:p>
            <a:pPr marL="171450" lvl="0" indent="-171450">
              <a:spcBef>
                <a:spcPts val="1600"/>
              </a:spcBef>
              <a:spcAft>
                <a:spcPts val="1600"/>
              </a:spcAft>
              <a:buFont typeface="Arial" panose="020B0604020202020204" pitchFamily="34" charset="0"/>
              <a:buChar char="•"/>
            </a:pPr>
            <a:r>
              <a:rPr lang="en-US" dirty="0"/>
              <a:t>Segmentation de la </a:t>
            </a:r>
            <a:r>
              <a:rPr lang="en-US" dirty="0" smtClean="0"/>
              <a:t>clientele</a:t>
            </a:r>
          </a:p>
          <a:p>
            <a:pPr marL="171450" lvl="0" indent="-171450">
              <a:spcBef>
                <a:spcPts val="1600"/>
              </a:spcBef>
              <a:spcAft>
                <a:spcPts val="1600"/>
              </a:spcAft>
              <a:buFont typeface="Arial" panose="020B0604020202020204" pitchFamily="34" charset="0"/>
              <a:buChar char="•"/>
            </a:pPr>
            <a:endParaRPr lang="fr-FR" dirty="0"/>
          </a:p>
        </p:txBody>
      </p:sp>
      <p:sp>
        <p:nvSpPr>
          <p:cNvPr id="467" name="Google Shape;467;p26"/>
          <p:cNvSpPr txBox="1">
            <a:spLocks noGrp="1"/>
          </p:cNvSpPr>
          <p:nvPr>
            <p:ph type="ctrTitle"/>
          </p:nvPr>
        </p:nvSpPr>
        <p:spPr>
          <a:xfrm>
            <a:off x="618825" y="411675"/>
            <a:ext cx="47277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smtClean="0"/>
              <a:t>Courbe Roc</a:t>
            </a:r>
            <a:endParaRPr dirty="0"/>
          </a:p>
        </p:txBody>
      </p:sp>
      <p:pic>
        <p:nvPicPr>
          <p:cNvPr id="5" name="Picture 4"/>
          <p:cNvPicPr>
            <a:picLocks noChangeAspect="1"/>
          </p:cNvPicPr>
          <p:nvPr/>
        </p:nvPicPr>
        <p:blipFill>
          <a:blip r:embed="rId3"/>
          <a:stretch>
            <a:fillRect/>
          </a:stretch>
        </p:blipFill>
        <p:spPr>
          <a:xfrm>
            <a:off x="4876801" y="1396375"/>
            <a:ext cx="3979440" cy="2804403"/>
          </a:xfrm>
          <a:prstGeom prst="rect">
            <a:avLst/>
          </a:prstGeom>
        </p:spPr>
      </p:pic>
    </p:spTree>
    <p:extLst>
      <p:ext uri="{BB962C8B-B14F-4D97-AF65-F5344CB8AC3E}">
        <p14:creationId xmlns:p14="http://schemas.microsoft.com/office/powerpoint/2010/main" val="689076543"/>
      </p:ext>
    </p:extLst>
  </p:cSld>
  <p:clrMapOvr>
    <a:masterClrMapping/>
  </p:clrMapOvr>
</p:sld>
</file>

<file path=ppt/theme/theme1.xml><?xml version="1.0" encoding="utf-8"?>
<a:theme xmlns:a="http://schemas.openxmlformats.org/drawingml/2006/main" name="Data Science Consulting by Slidesgo">
  <a:themeElements>
    <a:clrScheme name="Simple Light">
      <a:dk1>
        <a:srgbClr val="1A5E8F"/>
      </a:dk1>
      <a:lt1>
        <a:srgbClr val="FFFFFF"/>
      </a:lt1>
      <a:dk2>
        <a:srgbClr val="002845"/>
      </a:dk2>
      <a:lt2>
        <a:srgbClr val="FFD6E1"/>
      </a:lt2>
      <a:accent1>
        <a:srgbClr val="E898AC"/>
      </a:accent1>
      <a:accent2>
        <a:srgbClr val="00CFCC"/>
      </a:accent2>
      <a:accent3>
        <a:srgbClr val="FF9973"/>
      </a:accent3>
      <a:accent4>
        <a:srgbClr val="F64975"/>
      </a:accent4>
      <a:accent5>
        <a:srgbClr val="5EFFFD"/>
      </a:accent5>
      <a:accent6>
        <a:srgbClr val="FC723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TotalTime>
  <Words>438</Words>
  <Application>Microsoft Office PowerPoint</Application>
  <PresentationFormat>On-screen Show (16:9)</PresentationFormat>
  <Paragraphs>31</Paragraphs>
  <Slides>6</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Maven Pro</vt:lpstr>
      <vt:lpstr>Söhne</vt:lpstr>
      <vt:lpstr>Nunito Light</vt:lpstr>
      <vt:lpstr>Share Tech</vt:lpstr>
      <vt:lpstr>Data Science Consulting by Slidesgo</vt:lpstr>
      <vt:lpstr>Evaluation et validationdu modèle Arbre de décision</vt:lpstr>
      <vt:lpstr>Courbe Roc</vt:lpstr>
      <vt:lpstr>Courbe Roc</vt:lpstr>
      <vt:lpstr>Courbe Roc</vt:lpstr>
      <vt:lpstr>Courbe LIFT</vt:lpstr>
      <vt:lpstr>Courbe Roc</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Evaluation et validationdu modèle Arbre de décision</dc:title>
  <dc:creator>KHMIRI IHEB</dc:creator>
  <cp:lastModifiedBy>KHMIRI IHEB</cp:lastModifiedBy>
  <cp:revision>6</cp:revision>
  <dcterms:modified xsi:type="dcterms:W3CDTF">2023-11-19T19:45:50Z</dcterms:modified>
</cp:coreProperties>
</file>